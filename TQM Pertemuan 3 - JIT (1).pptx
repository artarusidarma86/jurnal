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sldIdLst>
    <p:sldId id="271" r:id="rId4"/>
    <p:sldId id="300" r:id="rId5"/>
    <p:sldId id="283" r:id="rId6"/>
    <p:sldId id="279" r:id="rId7"/>
    <p:sldId id="280" r:id="rId8"/>
    <p:sldId id="278" r:id="rId9"/>
    <p:sldId id="266" r:id="rId10"/>
    <p:sldId id="30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6060"/>
    <a:srgbClr val="7D7D7D"/>
    <a:srgbClr val="E7E5E6"/>
    <a:srgbClr val="BABFC2"/>
    <a:srgbClr val="A5AAAE"/>
    <a:srgbClr val="F27900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24" autoAdjust="0"/>
    <p:restoredTop sz="94660"/>
  </p:normalViewPr>
  <p:slideViewPr>
    <p:cSldViewPr snapToGrid="0">
      <p:cViewPr>
        <p:scale>
          <a:sx n="90" d="100"/>
          <a:sy n="90" d="100"/>
        </p:scale>
        <p:origin x="-77" y="86"/>
      </p:cViewPr>
      <p:guideLst>
        <p:guide orient="horz" pos="235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54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82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4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88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89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05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63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xmlns="" id="{E1F4041B-47EF-4111-8834-E95C31D4AA28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custGeom>
            <a:avLst/>
            <a:gdLst>
              <a:gd name="connsiteX0" fmla="*/ 12240039 w 12240039"/>
              <a:gd name="connsiteY0" fmla="*/ 5335596 h 6858000"/>
              <a:gd name="connsiteX1" fmla="*/ 12240039 w 12240039"/>
              <a:gd name="connsiteY1" fmla="*/ 6858000 h 6858000"/>
              <a:gd name="connsiteX2" fmla="*/ 11571468 w 12240039"/>
              <a:gd name="connsiteY2" fmla="*/ 6858000 h 6858000"/>
              <a:gd name="connsiteX3" fmla="*/ 11571468 w 12240039"/>
              <a:gd name="connsiteY3" fmla="*/ 1 h 6858000"/>
              <a:gd name="connsiteX4" fmla="*/ 12240039 w 12240039"/>
              <a:gd name="connsiteY4" fmla="*/ 1 h 6858000"/>
              <a:gd name="connsiteX5" fmla="*/ 12240039 w 12240039"/>
              <a:gd name="connsiteY5" fmla="*/ 1522405 h 6858000"/>
              <a:gd name="connsiteX6" fmla="*/ 9257174 w 12240039"/>
              <a:gd name="connsiteY6" fmla="*/ 1 h 6858000"/>
              <a:gd name="connsiteX7" fmla="*/ 10763036 w 12240039"/>
              <a:gd name="connsiteY7" fmla="*/ 1 h 6858000"/>
              <a:gd name="connsiteX8" fmla="*/ 12240039 w 12240039"/>
              <a:gd name="connsiteY8" fmla="*/ 3363290 h 6858000"/>
              <a:gd name="connsiteX9" fmla="*/ 12240039 w 12240039"/>
              <a:gd name="connsiteY9" fmla="*/ 3494711 h 6858000"/>
              <a:gd name="connsiteX10" fmla="*/ 10763036 w 12240039"/>
              <a:gd name="connsiteY10" fmla="*/ 6858000 h 6858000"/>
              <a:gd name="connsiteX11" fmla="*/ 9257174 w 12240039"/>
              <a:gd name="connsiteY11" fmla="*/ 6858000 h 6858000"/>
              <a:gd name="connsiteX12" fmla="*/ 10763036 w 12240039"/>
              <a:gd name="connsiteY12" fmla="*/ 3429000 h 6858000"/>
              <a:gd name="connsiteX13" fmla="*/ 6942881 w 12240039"/>
              <a:gd name="connsiteY13" fmla="*/ 0 h 6858000"/>
              <a:gd name="connsiteX14" fmla="*/ 8448742 w 12240039"/>
              <a:gd name="connsiteY14" fmla="*/ 0 h 6858000"/>
              <a:gd name="connsiteX15" fmla="*/ 9954603 w 12240039"/>
              <a:gd name="connsiteY15" fmla="*/ 3429000 h 6858000"/>
              <a:gd name="connsiteX16" fmla="*/ 8448742 w 12240039"/>
              <a:gd name="connsiteY16" fmla="*/ 6858000 h 6858000"/>
              <a:gd name="connsiteX17" fmla="*/ 6942881 w 12240039"/>
              <a:gd name="connsiteY17" fmla="*/ 6858000 h 6858000"/>
              <a:gd name="connsiteX18" fmla="*/ 8448742 w 12240039"/>
              <a:gd name="connsiteY18" fmla="*/ 3429000 h 6858000"/>
              <a:gd name="connsiteX19" fmla="*/ 4628587 w 12240039"/>
              <a:gd name="connsiteY19" fmla="*/ 0 h 6858000"/>
              <a:gd name="connsiteX20" fmla="*/ 6134449 w 12240039"/>
              <a:gd name="connsiteY20" fmla="*/ 0 h 6858000"/>
              <a:gd name="connsiteX21" fmla="*/ 7640310 w 12240039"/>
              <a:gd name="connsiteY21" fmla="*/ 3429000 h 6858000"/>
              <a:gd name="connsiteX22" fmla="*/ 6134449 w 12240039"/>
              <a:gd name="connsiteY22" fmla="*/ 6858000 h 6858000"/>
              <a:gd name="connsiteX23" fmla="*/ 4628587 w 12240039"/>
              <a:gd name="connsiteY23" fmla="*/ 6858000 h 6858000"/>
              <a:gd name="connsiteX24" fmla="*/ 6134449 w 12240039"/>
              <a:gd name="connsiteY24" fmla="*/ 3429000 h 6858000"/>
              <a:gd name="connsiteX25" fmla="*/ 2314294 w 12240039"/>
              <a:gd name="connsiteY25" fmla="*/ 0 h 6858000"/>
              <a:gd name="connsiteX26" fmla="*/ 3820156 w 12240039"/>
              <a:gd name="connsiteY26" fmla="*/ 0 h 6858000"/>
              <a:gd name="connsiteX27" fmla="*/ 5326016 w 12240039"/>
              <a:gd name="connsiteY27" fmla="*/ 3429000 h 6858000"/>
              <a:gd name="connsiteX28" fmla="*/ 3820156 w 12240039"/>
              <a:gd name="connsiteY28" fmla="*/ 6858000 h 6858000"/>
              <a:gd name="connsiteX29" fmla="*/ 2314294 w 12240039"/>
              <a:gd name="connsiteY29" fmla="*/ 6858000 h 6858000"/>
              <a:gd name="connsiteX30" fmla="*/ 3820156 w 12240039"/>
              <a:gd name="connsiteY30" fmla="*/ 3429000 h 6858000"/>
              <a:gd name="connsiteX31" fmla="*/ 0 w 12240039"/>
              <a:gd name="connsiteY31" fmla="*/ 0 h 6858000"/>
              <a:gd name="connsiteX32" fmla="*/ 1505862 w 12240039"/>
              <a:gd name="connsiteY32" fmla="*/ 0 h 6858000"/>
              <a:gd name="connsiteX33" fmla="*/ 3011723 w 12240039"/>
              <a:gd name="connsiteY33" fmla="*/ 3429000 h 6858000"/>
              <a:gd name="connsiteX34" fmla="*/ 1505862 w 12240039"/>
              <a:gd name="connsiteY34" fmla="*/ 6858000 h 6858000"/>
              <a:gd name="connsiteX35" fmla="*/ 0 w 12240039"/>
              <a:gd name="connsiteY35" fmla="*/ 6858000 h 6858000"/>
              <a:gd name="connsiteX36" fmla="*/ 1505862 w 12240039"/>
              <a:gd name="connsiteY36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240039" h="6858000">
                <a:moveTo>
                  <a:pt x="12240039" y="5335596"/>
                </a:moveTo>
                <a:lnTo>
                  <a:pt x="12240039" y="6858000"/>
                </a:lnTo>
                <a:lnTo>
                  <a:pt x="11571468" y="6858000"/>
                </a:lnTo>
                <a:close/>
                <a:moveTo>
                  <a:pt x="11571468" y="1"/>
                </a:moveTo>
                <a:lnTo>
                  <a:pt x="12240039" y="1"/>
                </a:lnTo>
                <a:lnTo>
                  <a:pt x="12240039" y="1522405"/>
                </a:lnTo>
                <a:close/>
                <a:moveTo>
                  <a:pt x="9257174" y="1"/>
                </a:moveTo>
                <a:lnTo>
                  <a:pt x="10763036" y="1"/>
                </a:lnTo>
                <a:lnTo>
                  <a:pt x="12240039" y="3363290"/>
                </a:lnTo>
                <a:lnTo>
                  <a:pt x="12240039" y="3494711"/>
                </a:lnTo>
                <a:lnTo>
                  <a:pt x="10763036" y="6858000"/>
                </a:lnTo>
                <a:lnTo>
                  <a:pt x="9257174" y="6858000"/>
                </a:lnTo>
                <a:lnTo>
                  <a:pt x="10763036" y="3429000"/>
                </a:lnTo>
                <a:close/>
                <a:moveTo>
                  <a:pt x="6942881" y="0"/>
                </a:moveTo>
                <a:lnTo>
                  <a:pt x="8448742" y="0"/>
                </a:lnTo>
                <a:lnTo>
                  <a:pt x="9954603" y="3429000"/>
                </a:lnTo>
                <a:lnTo>
                  <a:pt x="8448742" y="6858000"/>
                </a:lnTo>
                <a:lnTo>
                  <a:pt x="6942881" y="6858000"/>
                </a:lnTo>
                <a:lnTo>
                  <a:pt x="8448742" y="3429000"/>
                </a:lnTo>
                <a:close/>
                <a:moveTo>
                  <a:pt x="4628587" y="0"/>
                </a:moveTo>
                <a:lnTo>
                  <a:pt x="6134449" y="0"/>
                </a:lnTo>
                <a:lnTo>
                  <a:pt x="7640310" y="3429000"/>
                </a:lnTo>
                <a:lnTo>
                  <a:pt x="6134449" y="6858000"/>
                </a:lnTo>
                <a:lnTo>
                  <a:pt x="4628587" y="6858000"/>
                </a:lnTo>
                <a:lnTo>
                  <a:pt x="6134449" y="3429000"/>
                </a:lnTo>
                <a:close/>
                <a:moveTo>
                  <a:pt x="2314294" y="0"/>
                </a:moveTo>
                <a:lnTo>
                  <a:pt x="3820156" y="0"/>
                </a:lnTo>
                <a:lnTo>
                  <a:pt x="5326016" y="3429000"/>
                </a:lnTo>
                <a:lnTo>
                  <a:pt x="3820156" y="6858000"/>
                </a:lnTo>
                <a:lnTo>
                  <a:pt x="2314294" y="6858000"/>
                </a:lnTo>
                <a:lnTo>
                  <a:pt x="3820156" y="3429000"/>
                </a:lnTo>
                <a:close/>
                <a:moveTo>
                  <a:pt x="0" y="0"/>
                </a:moveTo>
                <a:lnTo>
                  <a:pt x="1505862" y="0"/>
                </a:lnTo>
                <a:lnTo>
                  <a:pt x="3011723" y="3429000"/>
                </a:lnTo>
                <a:lnTo>
                  <a:pt x="1505862" y="6858000"/>
                </a:lnTo>
                <a:lnTo>
                  <a:pt x="0" y="6858000"/>
                </a:lnTo>
                <a:lnTo>
                  <a:pt x="1505862" y="3429000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2443" y="287255"/>
            <a:ext cx="11219558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FA710374-A0D0-4639-B013-35A506CD37E6}"/>
              </a:ext>
            </a:extLst>
          </p:cNvPr>
          <p:cNvSpPr>
            <a:spLocks/>
          </p:cNvSpPr>
          <p:nvPr userDrawn="1"/>
        </p:nvSpPr>
        <p:spPr bwMode="auto">
          <a:xfrm>
            <a:off x="9125380" y="6274754"/>
            <a:ext cx="3066619" cy="488403"/>
          </a:xfrm>
          <a:custGeom>
            <a:avLst/>
            <a:gdLst>
              <a:gd name="connsiteX0" fmla="*/ 5307865 w 12192148"/>
              <a:gd name="connsiteY0" fmla="*/ 0 h 1941773"/>
              <a:gd name="connsiteX1" fmla="*/ 5817217 w 12192148"/>
              <a:gd name="connsiteY1" fmla="*/ 0 h 1941773"/>
              <a:gd name="connsiteX2" fmla="*/ 5817217 w 12192148"/>
              <a:gd name="connsiteY2" fmla="*/ 697113 h 1941773"/>
              <a:gd name="connsiteX3" fmla="*/ 6190042 w 12192148"/>
              <a:gd name="connsiteY3" fmla="*/ 697113 h 1941773"/>
              <a:gd name="connsiteX4" fmla="*/ 6190042 w 12192148"/>
              <a:gd name="connsiteY4" fmla="*/ 1325570 h 1941773"/>
              <a:gd name="connsiteX5" fmla="*/ 6489353 w 12192148"/>
              <a:gd name="connsiteY5" fmla="*/ 1325570 h 1941773"/>
              <a:gd name="connsiteX6" fmla="*/ 6489353 w 12192148"/>
              <a:gd name="connsiteY6" fmla="*/ 1114324 h 1941773"/>
              <a:gd name="connsiteX7" fmla="*/ 6898935 w 12192148"/>
              <a:gd name="connsiteY7" fmla="*/ 1114324 h 1941773"/>
              <a:gd name="connsiteX8" fmla="*/ 6898935 w 12192148"/>
              <a:gd name="connsiteY8" fmla="*/ 348556 h 1941773"/>
              <a:gd name="connsiteX9" fmla="*/ 7219249 w 12192148"/>
              <a:gd name="connsiteY9" fmla="*/ 348556 h 1941773"/>
              <a:gd name="connsiteX10" fmla="*/ 7219249 w 12192148"/>
              <a:gd name="connsiteY10" fmla="*/ 1093199 h 1941773"/>
              <a:gd name="connsiteX11" fmla="*/ 7413539 w 12192148"/>
              <a:gd name="connsiteY11" fmla="*/ 1093199 h 1941773"/>
              <a:gd name="connsiteX12" fmla="*/ 7413539 w 12192148"/>
              <a:gd name="connsiteY12" fmla="*/ 517553 h 1941773"/>
              <a:gd name="connsiteX13" fmla="*/ 7875631 w 12192148"/>
              <a:gd name="connsiteY13" fmla="*/ 517553 h 1941773"/>
              <a:gd name="connsiteX14" fmla="*/ 7875631 w 12192148"/>
              <a:gd name="connsiteY14" fmla="*/ 1103761 h 1941773"/>
              <a:gd name="connsiteX15" fmla="*/ 8342975 w 12192148"/>
              <a:gd name="connsiteY15" fmla="*/ 1103761 h 1941773"/>
              <a:gd name="connsiteX16" fmla="*/ 8342975 w 12192148"/>
              <a:gd name="connsiteY16" fmla="*/ 739362 h 1941773"/>
              <a:gd name="connsiteX17" fmla="*/ 8852328 w 12192148"/>
              <a:gd name="connsiteY17" fmla="*/ 739362 h 1941773"/>
              <a:gd name="connsiteX18" fmla="*/ 8852328 w 12192148"/>
              <a:gd name="connsiteY18" fmla="*/ 1093199 h 1941773"/>
              <a:gd name="connsiteX19" fmla="*/ 9240906 w 12192148"/>
              <a:gd name="connsiteY19" fmla="*/ 1093199 h 1941773"/>
              <a:gd name="connsiteX20" fmla="*/ 9240906 w 12192148"/>
              <a:gd name="connsiteY20" fmla="*/ 924202 h 1941773"/>
              <a:gd name="connsiteX21" fmla="*/ 9503459 w 12192148"/>
              <a:gd name="connsiteY21" fmla="*/ 929483 h 1941773"/>
              <a:gd name="connsiteX22" fmla="*/ 9503459 w 12192148"/>
              <a:gd name="connsiteY22" fmla="*/ 781611 h 1941773"/>
              <a:gd name="connsiteX23" fmla="*/ 9771263 w 12192148"/>
              <a:gd name="connsiteY23" fmla="*/ 781611 h 1941773"/>
              <a:gd name="connsiteX24" fmla="*/ 9771263 w 12192148"/>
              <a:gd name="connsiteY24" fmla="*/ 918921 h 1941773"/>
              <a:gd name="connsiteX25" fmla="*/ 10028565 w 12192148"/>
              <a:gd name="connsiteY25" fmla="*/ 918921 h 1941773"/>
              <a:gd name="connsiteX26" fmla="*/ 10028565 w 12192148"/>
              <a:gd name="connsiteY26" fmla="*/ 765768 h 1941773"/>
              <a:gd name="connsiteX27" fmla="*/ 10280615 w 12192148"/>
              <a:gd name="connsiteY27" fmla="*/ 771049 h 1941773"/>
              <a:gd name="connsiteX28" fmla="*/ 10280615 w 12192148"/>
              <a:gd name="connsiteY28" fmla="*/ 190122 h 1941773"/>
              <a:gd name="connsiteX29" fmla="*/ 10789968 w 12192148"/>
              <a:gd name="connsiteY29" fmla="*/ 190122 h 1941773"/>
              <a:gd name="connsiteX30" fmla="*/ 10789968 w 12192148"/>
              <a:gd name="connsiteY30" fmla="*/ 697113 h 1941773"/>
              <a:gd name="connsiteX31" fmla="*/ 11168044 w 12192148"/>
              <a:gd name="connsiteY31" fmla="*/ 697113 h 1941773"/>
              <a:gd name="connsiteX32" fmla="*/ 11168044 w 12192148"/>
              <a:gd name="connsiteY32" fmla="*/ 1621315 h 1941773"/>
              <a:gd name="connsiteX33" fmla="*/ 11467354 w 12192148"/>
              <a:gd name="connsiteY33" fmla="*/ 1621315 h 1941773"/>
              <a:gd name="connsiteX34" fmla="*/ 11467354 w 12192148"/>
              <a:gd name="connsiteY34" fmla="*/ 1114324 h 1941773"/>
              <a:gd name="connsiteX35" fmla="*/ 11871686 w 12192148"/>
              <a:gd name="connsiteY35" fmla="*/ 1114324 h 1941773"/>
              <a:gd name="connsiteX36" fmla="*/ 11871686 w 12192148"/>
              <a:gd name="connsiteY36" fmla="*/ 348556 h 1941773"/>
              <a:gd name="connsiteX37" fmla="*/ 12192000 w 12192148"/>
              <a:gd name="connsiteY37" fmla="*/ 348556 h 1941773"/>
              <a:gd name="connsiteX38" fmla="*/ 12192000 w 12192148"/>
              <a:gd name="connsiteY38" fmla="*/ 1754103 h 1941773"/>
              <a:gd name="connsiteX39" fmla="*/ 12192000 w 12192148"/>
              <a:gd name="connsiteY39" fmla="*/ 1896676 h 1941773"/>
              <a:gd name="connsiteX40" fmla="*/ 12192148 w 12192148"/>
              <a:gd name="connsiteY40" fmla="*/ 1896676 h 1941773"/>
              <a:gd name="connsiteX41" fmla="*/ 12192148 w 12192148"/>
              <a:gd name="connsiteY41" fmla="*/ 1941773 h 1941773"/>
              <a:gd name="connsiteX42" fmla="*/ 0 w 12192148"/>
              <a:gd name="connsiteY42" fmla="*/ 1941773 h 1941773"/>
              <a:gd name="connsiteX43" fmla="*/ 0 w 12192148"/>
              <a:gd name="connsiteY43" fmla="*/ 1896676 h 1941773"/>
              <a:gd name="connsiteX44" fmla="*/ 0 w 12192148"/>
              <a:gd name="connsiteY44" fmla="*/ 1573784 h 1941773"/>
              <a:gd name="connsiteX45" fmla="*/ 112847 w 12192148"/>
              <a:gd name="connsiteY45" fmla="*/ 1573784 h 1941773"/>
              <a:gd name="connsiteX46" fmla="*/ 293106 w 12192148"/>
              <a:gd name="connsiteY46" fmla="*/ 1573784 h 1941773"/>
              <a:gd name="connsiteX47" fmla="*/ 293106 w 12192148"/>
              <a:gd name="connsiteY47" fmla="*/ 411930 h 1941773"/>
              <a:gd name="connsiteX48" fmla="*/ 655428 w 12192148"/>
              <a:gd name="connsiteY48" fmla="*/ 411930 h 1941773"/>
              <a:gd name="connsiteX49" fmla="*/ 655428 w 12192148"/>
              <a:gd name="connsiteY49" fmla="*/ 1373100 h 1941773"/>
              <a:gd name="connsiteX50" fmla="*/ 791956 w 12192148"/>
              <a:gd name="connsiteY50" fmla="*/ 1188260 h 1941773"/>
              <a:gd name="connsiteX51" fmla="*/ 954739 w 12192148"/>
              <a:gd name="connsiteY51" fmla="*/ 1399506 h 1941773"/>
              <a:gd name="connsiteX52" fmla="*/ 1101768 w 12192148"/>
              <a:gd name="connsiteY52" fmla="*/ 1188260 h 1941773"/>
              <a:gd name="connsiteX53" fmla="*/ 1264551 w 12192148"/>
              <a:gd name="connsiteY53" fmla="*/ 1399506 h 1941773"/>
              <a:gd name="connsiteX54" fmla="*/ 1411580 w 12192148"/>
              <a:gd name="connsiteY54" fmla="*/ 1188260 h 1941773"/>
              <a:gd name="connsiteX55" fmla="*/ 1574363 w 12192148"/>
              <a:gd name="connsiteY55" fmla="*/ 1399506 h 1941773"/>
              <a:gd name="connsiteX56" fmla="*/ 1574363 w 12192148"/>
              <a:gd name="connsiteY56" fmla="*/ 1447036 h 1941773"/>
              <a:gd name="connsiteX57" fmla="*/ 1721393 w 12192148"/>
              <a:gd name="connsiteY57" fmla="*/ 1447036 h 1941773"/>
              <a:gd name="connsiteX58" fmla="*/ 1721393 w 12192148"/>
              <a:gd name="connsiteY58" fmla="*/ 1299164 h 1941773"/>
              <a:gd name="connsiteX59" fmla="*/ 1537606 w 12192148"/>
              <a:gd name="connsiteY59" fmla="*/ 1072074 h 1941773"/>
              <a:gd name="connsiteX60" fmla="*/ 1721393 w 12192148"/>
              <a:gd name="connsiteY60" fmla="*/ 844985 h 1941773"/>
              <a:gd name="connsiteX61" fmla="*/ 1721393 w 12192148"/>
              <a:gd name="connsiteY61" fmla="*/ 586208 h 1941773"/>
              <a:gd name="connsiteX62" fmla="*/ 1815912 w 12192148"/>
              <a:gd name="connsiteY62" fmla="*/ 586208 h 1941773"/>
              <a:gd name="connsiteX63" fmla="*/ 1815912 w 12192148"/>
              <a:gd name="connsiteY63" fmla="*/ 844985 h 1941773"/>
              <a:gd name="connsiteX64" fmla="*/ 1999699 w 12192148"/>
              <a:gd name="connsiteY64" fmla="*/ 1072074 h 1941773"/>
              <a:gd name="connsiteX65" fmla="*/ 1815912 w 12192148"/>
              <a:gd name="connsiteY65" fmla="*/ 1299164 h 1941773"/>
              <a:gd name="connsiteX66" fmla="*/ 1815912 w 12192148"/>
              <a:gd name="connsiteY66" fmla="*/ 1447036 h 1941773"/>
              <a:gd name="connsiteX67" fmla="*/ 1941937 w 12192148"/>
              <a:gd name="connsiteY67" fmla="*/ 1447036 h 1941773"/>
              <a:gd name="connsiteX68" fmla="*/ 1941937 w 12192148"/>
              <a:gd name="connsiteY68" fmla="*/ 1293883 h 1941773"/>
              <a:gd name="connsiteX69" fmla="*/ 2099469 w 12192148"/>
              <a:gd name="connsiteY69" fmla="*/ 1293883 h 1941773"/>
              <a:gd name="connsiteX70" fmla="*/ 2099469 w 12192148"/>
              <a:gd name="connsiteY70" fmla="*/ 1093199 h 1941773"/>
              <a:gd name="connsiteX71" fmla="*/ 2440788 w 12192148"/>
              <a:gd name="connsiteY71" fmla="*/ 1093199 h 1941773"/>
              <a:gd name="connsiteX72" fmla="*/ 2440788 w 12192148"/>
              <a:gd name="connsiteY72" fmla="*/ 517553 h 1941773"/>
              <a:gd name="connsiteX73" fmla="*/ 2897630 w 12192148"/>
              <a:gd name="connsiteY73" fmla="*/ 517553 h 1941773"/>
              <a:gd name="connsiteX74" fmla="*/ 2897630 w 12192148"/>
              <a:gd name="connsiteY74" fmla="*/ 1103761 h 1941773"/>
              <a:gd name="connsiteX75" fmla="*/ 3364974 w 12192148"/>
              <a:gd name="connsiteY75" fmla="*/ 1103761 h 1941773"/>
              <a:gd name="connsiteX76" fmla="*/ 3364974 w 12192148"/>
              <a:gd name="connsiteY76" fmla="*/ 739362 h 1941773"/>
              <a:gd name="connsiteX77" fmla="*/ 3879577 w 12192148"/>
              <a:gd name="connsiteY77" fmla="*/ 739362 h 1941773"/>
              <a:gd name="connsiteX78" fmla="*/ 3879577 w 12192148"/>
              <a:gd name="connsiteY78" fmla="*/ 1093199 h 1941773"/>
              <a:gd name="connsiteX79" fmla="*/ 4268157 w 12192148"/>
              <a:gd name="connsiteY79" fmla="*/ 1093199 h 1941773"/>
              <a:gd name="connsiteX80" fmla="*/ 4268157 w 12192148"/>
              <a:gd name="connsiteY80" fmla="*/ 924202 h 1941773"/>
              <a:gd name="connsiteX81" fmla="*/ 4530710 w 12192148"/>
              <a:gd name="connsiteY81" fmla="*/ 929483 h 1941773"/>
              <a:gd name="connsiteX82" fmla="*/ 4530710 w 12192148"/>
              <a:gd name="connsiteY82" fmla="*/ 781611 h 1941773"/>
              <a:gd name="connsiteX83" fmla="*/ 4798513 w 12192148"/>
              <a:gd name="connsiteY83" fmla="*/ 781611 h 1941773"/>
              <a:gd name="connsiteX84" fmla="*/ 4798513 w 12192148"/>
              <a:gd name="connsiteY84" fmla="*/ 918921 h 1941773"/>
              <a:gd name="connsiteX85" fmla="*/ 5055815 w 12192148"/>
              <a:gd name="connsiteY85" fmla="*/ 918921 h 1941773"/>
              <a:gd name="connsiteX86" fmla="*/ 5055815 w 12192148"/>
              <a:gd name="connsiteY86" fmla="*/ 765768 h 1941773"/>
              <a:gd name="connsiteX87" fmla="*/ 5307865 w 12192148"/>
              <a:gd name="connsiteY87" fmla="*/ 771049 h 1941773"/>
              <a:gd name="connsiteX88" fmla="*/ 5307865 w 12192148"/>
              <a:gd name="connsiteY88" fmla="*/ 0 h 194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2192148" h="1941773">
                <a:moveTo>
                  <a:pt x="5307865" y="0"/>
                </a:moveTo>
                <a:cubicBezTo>
                  <a:pt x="5307865" y="0"/>
                  <a:pt x="5307865" y="0"/>
                  <a:pt x="5817217" y="0"/>
                </a:cubicBezTo>
                <a:cubicBezTo>
                  <a:pt x="5817217" y="0"/>
                  <a:pt x="5817217" y="0"/>
                  <a:pt x="5817217" y="697113"/>
                </a:cubicBezTo>
                <a:cubicBezTo>
                  <a:pt x="5817217" y="697113"/>
                  <a:pt x="5817217" y="697113"/>
                  <a:pt x="6190042" y="697113"/>
                </a:cubicBezTo>
                <a:cubicBezTo>
                  <a:pt x="6190042" y="697113"/>
                  <a:pt x="6190042" y="697113"/>
                  <a:pt x="6190042" y="1325570"/>
                </a:cubicBezTo>
                <a:cubicBezTo>
                  <a:pt x="6190042" y="1325570"/>
                  <a:pt x="6190042" y="1325570"/>
                  <a:pt x="6489353" y="1325570"/>
                </a:cubicBezTo>
                <a:cubicBezTo>
                  <a:pt x="6489353" y="1325570"/>
                  <a:pt x="6489353" y="1325570"/>
                  <a:pt x="6489353" y="1114324"/>
                </a:cubicBezTo>
                <a:cubicBezTo>
                  <a:pt x="6489353" y="1114324"/>
                  <a:pt x="6489353" y="1114324"/>
                  <a:pt x="6898935" y="1114324"/>
                </a:cubicBezTo>
                <a:cubicBezTo>
                  <a:pt x="6898935" y="1114324"/>
                  <a:pt x="6898935" y="1114324"/>
                  <a:pt x="6898935" y="348556"/>
                </a:cubicBezTo>
                <a:cubicBezTo>
                  <a:pt x="6898935" y="348556"/>
                  <a:pt x="6898935" y="348556"/>
                  <a:pt x="7219249" y="348556"/>
                </a:cubicBezTo>
                <a:cubicBezTo>
                  <a:pt x="7219249" y="348556"/>
                  <a:pt x="7219249" y="348556"/>
                  <a:pt x="7219249" y="1093199"/>
                </a:cubicBezTo>
                <a:cubicBezTo>
                  <a:pt x="7219249" y="1093199"/>
                  <a:pt x="7219249" y="1093199"/>
                  <a:pt x="7413539" y="1093199"/>
                </a:cubicBezTo>
                <a:cubicBezTo>
                  <a:pt x="7413539" y="1093199"/>
                  <a:pt x="7413539" y="1093199"/>
                  <a:pt x="7413539" y="517553"/>
                </a:cubicBezTo>
                <a:cubicBezTo>
                  <a:pt x="7413539" y="517553"/>
                  <a:pt x="7413539" y="517553"/>
                  <a:pt x="7875631" y="517553"/>
                </a:cubicBezTo>
                <a:cubicBezTo>
                  <a:pt x="7875631" y="517553"/>
                  <a:pt x="7875631" y="517553"/>
                  <a:pt x="7875631" y="1103761"/>
                </a:cubicBezTo>
                <a:cubicBezTo>
                  <a:pt x="7875631" y="1103761"/>
                  <a:pt x="7875631" y="1103761"/>
                  <a:pt x="8342975" y="1103761"/>
                </a:cubicBezTo>
                <a:cubicBezTo>
                  <a:pt x="8342975" y="1103761"/>
                  <a:pt x="8342975" y="1103761"/>
                  <a:pt x="8342975" y="739362"/>
                </a:cubicBezTo>
                <a:cubicBezTo>
                  <a:pt x="8342975" y="739362"/>
                  <a:pt x="8342975" y="739362"/>
                  <a:pt x="8852328" y="739362"/>
                </a:cubicBezTo>
                <a:cubicBezTo>
                  <a:pt x="8852328" y="739362"/>
                  <a:pt x="8852328" y="739362"/>
                  <a:pt x="8852328" y="1093199"/>
                </a:cubicBezTo>
                <a:cubicBezTo>
                  <a:pt x="8852328" y="1093199"/>
                  <a:pt x="8852328" y="1093199"/>
                  <a:pt x="9240906" y="1093199"/>
                </a:cubicBezTo>
                <a:cubicBezTo>
                  <a:pt x="9240906" y="1093199"/>
                  <a:pt x="9240906" y="1093199"/>
                  <a:pt x="9240906" y="924202"/>
                </a:cubicBezTo>
                <a:cubicBezTo>
                  <a:pt x="9240906" y="924202"/>
                  <a:pt x="9240906" y="924202"/>
                  <a:pt x="9503459" y="929483"/>
                </a:cubicBezTo>
                <a:cubicBezTo>
                  <a:pt x="9503459" y="929483"/>
                  <a:pt x="9503459" y="929483"/>
                  <a:pt x="9503459" y="781611"/>
                </a:cubicBezTo>
                <a:cubicBezTo>
                  <a:pt x="9503459" y="781611"/>
                  <a:pt x="9503459" y="781611"/>
                  <a:pt x="9771263" y="781611"/>
                </a:cubicBezTo>
                <a:cubicBezTo>
                  <a:pt x="9771263" y="781611"/>
                  <a:pt x="9771263" y="781611"/>
                  <a:pt x="9771263" y="918921"/>
                </a:cubicBezTo>
                <a:cubicBezTo>
                  <a:pt x="9771263" y="918921"/>
                  <a:pt x="9771263" y="918921"/>
                  <a:pt x="10028565" y="918921"/>
                </a:cubicBezTo>
                <a:cubicBezTo>
                  <a:pt x="10028565" y="918921"/>
                  <a:pt x="10028565" y="918921"/>
                  <a:pt x="10028565" y="765768"/>
                </a:cubicBezTo>
                <a:cubicBezTo>
                  <a:pt x="10028565" y="765768"/>
                  <a:pt x="10028565" y="765768"/>
                  <a:pt x="10280615" y="771049"/>
                </a:cubicBezTo>
                <a:cubicBezTo>
                  <a:pt x="10280615" y="771049"/>
                  <a:pt x="10280615" y="771049"/>
                  <a:pt x="10280615" y="190122"/>
                </a:cubicBezTo>
                <a:cubicBezTo>
                  <a:pt x="10280615" y="190122"/>
                  <a:pt x="10280615" y="190122"/>
                  <a:pt x="10789968" y="190122"/>
                </a:cubicBezTo>
                <a:cubicBezTo>
                  <a:pt x="10789968" y="190122"/>
                  <a:pt x="10789968" y="190122"/>
                  <a:pt x="10789968" y="697113"/>
                </a:cubicBezTo>
                <a:cubicBezTo>
                  <a:pt x="10789968" y="697113"/>
                  <a:pt x="10789968" y="697113"/>
                  <a:pt x="11168044" y="697113"/>
                </a:cubicBezTo>
                <a:cubicBezTo>
                  <a:pt x="11168044" y="697113"/>
                  <a:pt x="11168044" y="697113"/>
                  <a:pt x="11168044" y="1621315"/>
                </a:cubicBezTo>
                <a:cubicBezTo>
                  <a:pt x="11168044" y="1621315"/>
                  <a:pt x="11168044" y="1621315"/>
                  <a:pt x="11467354" y="1621315"/>
                </a:cubicBezTo>
                <a:cubicBezTo>
                  <a:pt x="11467354" y="1621315"/>
                  <a:pt x="11467354" y="1621315"/>
                  <a:pt x="11467354" y="1114324"/>
                </a:cubicBezTo>
                <a:cubicBezTo>
                  <a:pt x="11467354" y="1114324"/>
                  <a:pt x="11467354" y="1114324"/>
                  <a:pt x="11871686" y="1114324"/>
                </a:cubicBezTo>
                <a:cubicBezTo>
                  <a:pt x="11871686" y="1114324"/>
                  <a:pt x="11871686" y="1114324"/>
                  <a:pt x="11871686" y="348556"/>
                </a:cubicBezTo>
                <a:cubicBezTo>
                  <a:pt x="11871686" y="348556"/>
                  <a:pt x="11871686" y="348556"/>
                  <a:pt x="12192000" y="348556"/>
                </a:cubicBezTo>
                <a:cubicBezTo>
                  <a:pt x="12192000" y="348556"/>
                  <a:pt x="12192000" y="348556"/>
                  <a:pt x="12192000" y="1754103"/>
                </a:cubicBezTo>
                <a:lnTo>
                  <a:pt x="12192000" y="1896676"/>
                </a:lnTo>
                <a:lnTo>
                  <a:pt x="12192148" y="1896676"/>
                </a:lnTo>
                <a:lnTo>
                  <a:pt x="12192148" y="1941773"/>
                </a:lnTo>
                <a:lnTo>
                  <a:pt x="0" y="1941773"/>
                </a:lnTo>
                <a:lnTo>
                  <a:pt x="0" y="1896676"/>
                </a:lnTo>
                <a:lnTo>
                  <a:pt x="0" y="1573784"/>
                </a:lnTo>
                <a:lnTo>
                  <a:pt x="112847" y="1573784"/>
                </a:lnTo>
                <a:cubicBezTo>
                  <a:pt x="165111" y="1573784"/>
                  <a:pt x="224842" y="1573784"/>
                  <a:pt x="293106" y="1573784"/>
                </a:cubicBezTo>
                <a:cubicBezTo>
                  <a:pt x="293106" y="1573784"/>
                  <a:pt x="293106" y="1573784"/>
                  <a:pt x="293106" y="411930"/>
                </a:cubicBezTo>
                <a:cubicBezTo>
                  <a:pt x="293106" y="411930"/>
                  <a:pt x="293106" y="411930"/>
                  <a:pt x="655428" y="411930"/>
                </a:cubicBezTo>
                <a:cubicBezTo>
                  <a:pt x="655428" y="411930"/>
                  <a:pt x="655428" y="411930"/>
                  <a:pt x="655428" y="1373100"/>
                </a:cubicBezTo>
                <a:cubicBezTo>
                  <a:pt x="676433" y="1315008"/>
                  <a:pt x="734194" y="1188260"/>
                  <a:pt x="791956" y="1188260"/>
                </a:cubicBezTo>
                <a:cubicBezTo>
                  <a:pt x="875973" y="1188260"/>
                  <a:pt x="954739" y="1399506"/>
                  <a:pt x="954739" y="1399506"/>
                </a:cubicBezTo>
                <a:cubicBezTo>
                  <a:pt x="954739" y="1399506"/>
                  <a:pt x="1023002" y="1188260"/>
                  <a:pt x="1101768" y="1188260"/>
                </a:cubicBezTo>
                <a:cubicBezTo>
                  <a:pt x="1180534" y="1188260"/>
                  <a:pt x="1264551" y="1399506"/>
                  <a:pt x="1264551" y="1399506"/>
                </a:cubicBezTo>
                <a:cubicBezTo>
                  <a:pt x="1264551" y="1399506"/>
                  <a:pt x="1332815" y="1188260"/>
                  <a:pt x="1411580" y="1188260"/>
                </a:cubicBezTo>
                <a:cubicBezTo>
                  <a:pt x="1490347" y="1188260"/>
                  <a:pt x="1574363" y="1399506"/>
                  <a:pt x="1574363" y="1399506"/>
                </a:cubicBezTo>
                <a:cubicBezTo>
                  <a:pt x="1574363" y="1399506"/>
                  <a:pt x="1574363" y="1399506"/>
                  <a:pt x="1574363" y="1447036"/>
                </a:cubicBezTo>
                <a:cubicBezTo>
                  <a:pt x="1574363" y="1447036"/>
                  <a:pt x="1574363" y="1447036"/>
                  <a:pt x="1721393" y="1447036"/>
                </a:cubicBezTo>
                <a:cubicBezTo>
                  <a:pt x="1721393" y="1447036"/>
                  <a:pt x="1721393" y="1447036"/>
                  <a:pt x="1721393" y="1299164"/>
                </a:cubicBezTo>
                <a:cubicBezTo>
                  <a:pt x="1616372" y="1278040"/>
                  <a:pt x="1537606" y="1182979"/>
                  <a:pt x="1537606" y="1072074"/>
                </a:cubicBezTo>
                <a:cubicBezTo>
                  <a:pt x="1537606" y="961170"/>
                  <a:pt x="1616372" y="866110"/>
                  <a:pt x="1721393" y="844985"/>
                </a:cubicBezTo>
                <a:cubicBezTo>
                  <a:pt x="1721393" y="844985"/>
                  <a:pt x="1721393" y="844985"/>
                  <a:pt x="1721393" y="586208"/>
                </a:cubicBezTo>
                <a:cubicBezTo>
                  <a:pt x="1721393" y="586208"/>
                  <a:pt x="1721393" y="586208"/>
                  <a:pt x="1815912" y="586208"/>
                </a:cubicBezTo>
                <a:cubicBezTo>
                  <a:pt x="1815912" y="586208"/>
                  <a:pt x="1815912" y="586208"/>
                  <a:pt x="1815912" y="844985"/>
                </a:cubicBezTo>
                <a:cubicBezTo>
                  <a:pt x="1920933" y="866110"/>
                  <a:pt x="1999699" y="961170"/>
                  <a:pt x="1999699" y="1072074"/>
                </a:cubicBezTo>
                <a:cubicBezTo>
                  <a:pt x="1999699" y="1188260"/>
                  <a:pt x="1920933" y="1278040"/>
                  <a:pt x="1815912" y="1299164"/>
                </a:cubicBezTo>
                <a:cubicBezTo>
                  <a:pt x="1815912" y="1299164"/>
                  <a:pt x="1815912" y="1299164"/>
                  <a:pt x="1815912" y="1447036"/>
                </a:cubicBezTo>
                <a:cubicBezTo>
                  <a:pt x="1815912" y="1447036"/>
                  <a:pt x="1815912" y="1447036"/>
                  <a:pt x="1941937" y="1447036"/>
                </a:cubicBezTo>
                <a:cubicBezTo>
                  <a:pt x="1941937" y="1447036"/>
                  <a:pt x="1941937" y="1447036"/>
                  <a:pt x="1941937" y="1293883"/>
                </a:cubicBezTo>
                <a:cubicBezTo>
                  <a:pt x="1941937" y="1293883"/>
                  <a:pt x="1941937" y="1293883"/>
                  <a:pt x="2099469" y="1293883"/>
                </a:cubicBezTo>
                <a:cubicBezTo>
                  <a:pt x="2099469" y="1293883"/>
                  <a:pt x="2099469" y="1293883"/>
                  <a:pt x="2099469" y="1093199"/>
                </a:cubicBezTo>
                <a:cubicBezTo>
                  <a:pt x="2099469" y="1093199"/>
                  <a:pt x="2099469" y="1093199"/>
                  <a:pt x="2440788" y="1093199"/>
                </a:cubicBezTo>
                <a:cubicBezTo>
                  <a:pt x="2440788" y="1093199"/>
                  <a:pt x="2440788" y="1093199"/>
                  <a:pt x="2440788" y="517553"/>
                </a:cubicBezTo>
                <a:cubicBezTo>
                  <a:pt x="2440788" y="517553"/>
                  <a:pt x="2440788" y="517553"/>
                  <a:pt x="2897630" y="517553"/>
                </a:cubicBezTo>
                <a:cubicBezTo>
                  <a:pt x="2897630" y="517553"/>
                  <a:pt x="2897630" y="517553"/>
                  <a:pt x="2897630" y="1103761"/>
                </a:cubicBezTo>
                <a:cubicBezTo>
                  <a:pt x="2897630" y="1103761"/>
                  <a:pt x="2897630" y="1103761"/>
                  <a:pt x="3364974" y="1103761"/>
                </a:cubicBezTo>
                <a:cubicBezTo>
                  <a:pt x="3364974" y="1103761"/>
                  <a:pt x="3364974" y="1103761"/>
                  <a:pt x="3364974" y="739362"/>
                </a:cubicBezTo>
                <a:cubicBezTo>
                  <a:pt x="3364974" y="739362"/>
                  <a:pt x="3364974" y="739362"/>
                  <a:pt x="3879577" y="739362"/>
                </a:cubicBezTo>
                <a:cubicBezTo>
                  <a:pt x="3879577" y="739362"/>
                  <a:pt x="3879577" y="739362"/>
                  <a:pt x="3879577" y="1093199"/>
                </a:cubicBezTo>
                <a:cubicBezTo>
                  <a:pt x="3879577" y="1093199"/>
                  <a:pt x="3879577" y="1093199"/>
                  <a:pt x="4268157" y="1093199"/>
                </a:cubicBezTo>
                <a:cubicBezTo>
                  <a:pt x="4268157" y="1093199"/>
                  <a:pt x="4268157" y="1093199"/>
                  <a:pt x="4268157" y="924202"/>
                </a:cubicBezTo>
                <a:cubicBezTo>
                  <a:pt x="4268157" y="924202"/>
                  <a:pt x="4268157" y="924202"/>
                  <a:pt x="4530710" y="929483"/>
                </a:cubicBezTo>
                <a:cubicBezTo>
                  <a:pt x="4530710" y="929483"/>
                  <a:pt x="4530710" y="929483"/>
                  <a:pt x="4530710" y="781611"/>
                </a:cubicBezTo>
                <a:cubicBezTo>
                  <a:pt x="4530710" y="781611"/>
                  <a:pt x="4530710" y="781611"/>
                  <a:pt x="4798513" y="781611"/>
                </a:cubicBezTo>
                <a:cubicBezTo>
                  <a:pt x="4798513" y="781611"/>
                  <a:pt x="4798513" y="781611"/>
                  <a:pt x="4798513" y="918921"/>
                </a:cubicBezTo>
                <a:cubicBezTo>
                  <a:pt x="4798513" y="918921"/>
                  <a:pt x="4798513" y="918921"/>
                  <a:pt x="5055815" y="918921"/>
                </a:cubicBezTo>
                <a:cubicBezTo>
                  <a:pt x="5055815" y="918921"/>
                  <a:pt x="5055815" y="918921"/>
                  <a:pt x="5055815" y="765768"/>
                </a:cubicBezTo>
                <a:cubicBezTo>
                  <a:pt x="5055815" y="765768"/>
                  <a:pt x="5055815" y="765768"/>
                  <a:pt x="5307865" y="771049"/>
                </a:cubicBezTo>
                <a:cubicBezTo>
                  <a:pt x="5307865" y="771049"/>
                  <a:pt x="5307865" y="771049"/>
                  <a:pt x="53078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7DB0ECD-F65B-48DE-891A-862D5ACE45DD}"/>
              </a:ext>
            </a:extLst>
          </p:cNvPr>
          <p:cNvSpPr/>
          <p:nvPr userDrawn="1"/>
        </p:nvSpPr>
        <p:spPr>
          <a:xfrm>
            <a:off x="0" y="6730111"/>
            <a:ext cx="12192000" cy="137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4E7187E-67A8-49EF-8933-FEE04FEAF50C}"/>
              </a:ext>
            </a:extLst>
          </p:cNvPr>
          <p:cNvGrpSpPr/>
          <p:nvPr userDrawn="1"/>
        </p:nvGrpSpPr>
        <p:grpSpPr>
          <a:xfrm flipH="1">
            <a:off x="11178612" y="5759424"/>
            <a:ext cx="817770" cy="809183"/>
            <a:chOff x="3175" y="1588"/>
            <a:chExt cx="4686300" cy="4637087"/>
          </a:xfrm>
          <a:solidFill>
            <a:schemeClr val="accent1"/>
          </a:soli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xmlns="" id="{1E0D8746-24E0-4548-8C4D-DD75A2E89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8" y="3094038"/>
              <a:ext cx="98425" cy="133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xmlns="" id="{36672466-A780-459C-AE15-37398D2D6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975" y="3094038"/>
              <a:ext cx="85725" cy="133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xmlns="" id="{29B98435-DD78-4523-A912-E2FFE0743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14801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xmlns="" id="{FBBADD09-E087-4218-94AA-9A732C065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176588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xmlns="" id="{AD29BA87-8A6B-454A-870A-0930CAD32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176588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xmlns="" id="{123A592A-5A52-4664-A9ED-ACB125838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44170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xmlns="" id="{C81F600D-2C20-46EA-8051-63C37B9BE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470275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xmlns="" id="{899F243A-F661-4476-B974-A468A2C72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470275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xmlns="" id="{551C0F5B-D850-4F14-92ED-08B31C994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73380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xmlns="" id="{DDB35BF1-FC37-43C1-B5CB-9E8BD46BA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762375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xmlns="" id="{24FA2821-2268-4EEC-BB62-C826BAA13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762375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xmlns="" id="{CD9D3E4B-0D89-4DC9-9BF3-1825125DE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4027488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xmlns="" id="{D396BA03-71DB-4A9E-A491-CC50B3E01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4056063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xmlns="" id="{89B117B3-FDE2-48F4-8E18-99B713916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4056063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19">
              <a:extLst>
                <a:ext uri="{FF2B5EF4-FFF2-40B4-BE49-F238E27FC236}">
                  <a16:creationId xmlns:a16="http://schemas.microsoft.com/office/drawing/2014/main" xmlns="" id="{4D15AB71-4C87-4F96-A6F1-334D55AAD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8" y="1897063"/>
              <a:ext cx="98425" cy="128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xmlns="" id="{248F0BE9-E11B-4028-814F-E2A724D17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975" y="1897063"/>
              <a:ext cx="85725" cy="128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xmlns="" id="{DEB11266-49E8-4D24-8542-C4A048AF0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189706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xmlns="" id="{D411A65D-2AF3-496C-83AD-506A50975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1925638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xmlns="" id="{340303F8-CA51-4013-9A24-EEBF9EBC0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1925638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4">
              <a:extLst>
                <a:ext uri="{FF2B5EF4-FFF2-40B4-BE49-F238E27FC236}">
                  <a16:creationId xmlns:a16="http://schemas.microsoft.com/office/drawing/2014/main" xmlns="" id="{34F8A7A6-DC0C-48BD-AB47-EA5A934AB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18916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xmlns="" id="{96DEEB0A-E270-4DD9-9017-7926F8547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217738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xmlns="" id="{B5AAD273-90EB-45E1-9BBE-8741FDB77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217738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xmlns="" id="{8DF0AAEB-1341-4548-A29D-7A9DC2A17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48285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xmlns="" id="{2CC3CCCD-AA24-440F-A0BE-897C9281D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511425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xmlns="" id="{034501E6-BB13-484D-861F-D4CFA91A5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511425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0">
              <a:extLst>
                <a:ext uri="{FF2B5EF4-FFF2-40B4-BE49-F238E27FC236}">
                  <a16:creationId xmlns:a16="http://schemas.microsoft.com/office/drawing/2014/main" xmlns="" id="{0D67A953-9F89-4360-9C0B-AD7C57905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77495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xmlns="" id="{959C6397-6B14-4BF1-939F-1CEBB2C9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803525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xmlns="" id="{086DEA11-5A0F-41A0-9E58-93A548D40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803525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xmlns="" id="{95EF28D8-427E-4E48-8227-A39E83E63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919163"/>
              <a:ext cx="44450" cy="9810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34">
              <a:extLst>
                <a:ext uri="{FF2B5EF4-FFF2-40B4-BE49-F238E27FC236}">
                  <a16:creationId xmlns:a16="http://schemas.microsoft.com/office/drawing/2014/main" xmlns="" id="{8AB2938F-B634-4E8A-B393-1E4DB0460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875" y="919163"/>
              <a:ext cx="53975" cy="9810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35">
              <a:extLst>
                <a:ext uri="{FF2B5EF4-FFF2-40B4-BE49-F238E27FC236}">
                  <a16:creationId xmlns:a16="http://schemas.microsoft.com/office/drawing/2014/main" xmlns="" id="{7AC677A7-BB8A-491C-A45F-A59C133CF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915988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xmlns="" id="{0BF19144-EB5A-46F2-A7B5-9BFF79F92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938213"/>
              <a:ext cx="236538" cy="234950"/>
            </a:xfrm>
            <a:custGeom>
              <a:avLst/>
              <a:gdLst>
                <a:gd name="T0" fmla="*/ 135 w 149"/>
                <a:gd name="T1" fmla="*/ 148 h 148"/>
                <a:gd name="T2" fmla="*/ 0 w 149"/>
                <a:gd name="T3" fmla="*/ 14 h 148"/>
                <a:gd name="T4" fmla="*/ 14 w 149"/>
                <a:gd name="T5" fmla="*/ 0 h 148"/>
                <a:gd name="T6" fmla="*/ 149 w 149"/>
                <a:gd name="T7" fmla="*/ 134 h 148"/>
                <a:gd name="T8" fmla="*/ 135 w 149"/>
                <a:gd name="T9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135" y="148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xmlns="" id="{3DE460ED-F9F1-4390-B1B1-E1F0AAB4F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938213"/>
              <a:ext cx="236538" cy="234950"/>
            </a:xfrm>
            <a:custGeom>
              <a:avLst/>
              <a:gdLst>
                <a:gd name="T0" fmla="*/ 0 w 149"/>
                <a:gd name="T1" fmla="*/ 134 h 148"/>
                <a:gd name="T2" fmla="*/ 135 w 149"/>
                <a:gd name="T3" fmla="*/ 0 h 148"/>
                <a:gd name="T4" fmla="*/ 149 w 149"/>
                <a:gd name="T5" fmla="*/ 14 h 148"/>
                <a:gd name="T6" fmla="*/ 14 w 149"/>
                <a:gd name="T7" fmla="*/ 148 h 148"/>
                <a:gd name="T8" fmla="*/ 0 w 149"/>
                <a:gd name="T9" fmla="*/ 1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0" y="134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8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38">
              <a:extLst>
                <a:ext uri="{FF2B5EF4-FFF2-40B4-BE49-F238E27FC236}">
                  <a16:creationId xmlns:a16="http://schemas.microsoft.com/office/drawing/2014/main" xmlns="" id="{A0875147-4462-4486-A8D9-B5FBD6147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141413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xmlns="" id="{F9D2850E-CADF-4A4F-9B9D-93A82DE33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160463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4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xmlns="" id="{FEEF3CDA-2F3C-4EF7-A0D3-8A4AA9FD7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160463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4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41">
              <a:extLst>
                <a:ext uri="{FF2B5EF4-FFF2-40B4-BE49-F238E27FC236}">
                  <a16:creationId xmlns:a16="http://schemas.microsoft.com/office/drawing/2014/main" xmlns="" id="{3342AED6-93BC-4255-97D4-E231A10A4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36525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xmlns="" id="{5D5E12A5-7039-45EB-8E89-848972235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387475"/>
              <a:ext cx="236538" cy="231775"/>
            </a:xfrm>
            <a:custGeom>
              <a:avLst/>
              <a:gdLst>
                <a:gd name="T0" fmla="*/ 135 w 149"/>
                <a:gd name="T1" fmla="*/ 146 h 146"/>
                <a:gd name="T2" fmla="*/ 0 w 149"/>
                <a:gd name="T3" fmla="*/ 12 h 146"/>
                <a:gd name="T4" fmla="*/ 14 w 149"/>
                <a:gd name="T5" fmla="*/ 0 h 146"/>
                <a:gd name="T6" fmla="*/ 149 w 149"/>
                <a:gd name="T7" fmla="*/ 134 h 146"/>
                <a:gd name="T8" fmla="*/ 135 w 1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135" y="146"/>
                  </a:moveTo>
                  <a:lnTo>
                    <a:pt x="0" y="12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xmlns="" id="{4E825686-FC6B-43A0-9C18-8B370A8DE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387475"/>
              <a:ext cx="236538" cy="231775"/>
            </a:xfrm>
            <a:custGeom>
              <a:avLst/>
              <a:gdLst>
                <a:gd name="T0" fmla="*/ 0 w 149"/>
                <a:gd name="T1" fmla="*/ 134 h 146"/>
                <a:gd name="T2" fmla="*/ 135 w 149"/>
                <a:gd name="T3" fmla="*/ 0 h 146"/>
                <a:gd name="T4" fmla="*/ 149 w 149"/>
                <a:gd name="T5" fmla="*/ 12 h 146"/>
                <a:gd name="T6" fmla="*/ 14 w 149"/>
                <a:gd name="T7" fmla="*/ 146 h 146"/>
                <a:gd name="T8" fmla="*/ 0 w 149"/>
                <a:gd name="T9" fmla="*/ 13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0" y="134"/>
                  </a:moveTo>
                  <a:lnTo>
                    <a:pt x="135" y="0"/>
                  </a:lnTo>
                  <a:lnTo>
                    <a:pt x="149" y="12"/>
                  </a:lnTo>
                  <a:lnTo>
                    <a:pt x="14" y="146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44">
              <a:extLst>
                <a:ext uri="{FF2B5EF4-FFF2-40B4-BE49-F238E27FC236}">
                  <a16:creationId xmlns:a16="http://schemas.microsoft.com/office/drawing/2014/main" xmlns="" id="{571F6FA0-0ACD-47F0-A6EA-23366BFFB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590675"/>
              <a:ext cx="27463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5">
              <a:extLst>
                <a:ext uri="{FF2B5EF4-FFF2-40B4-BE49-F238E27FC236}">
                  <a16:creationId xmlns:a16="http://schemas.microsoft.com/office/drawing/2014/main" xmlns="" id="{3782179F-EDD5-45A3-AEBF-F5BC4E4E6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609725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4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xmlns="" id="{36C073D7-7EAF-488F-9E76-4B3037D0B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609725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4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47">
              <a:extLst>
                <a:ext uri="{FF2B5EF4-FFF2-40B4-BE49-F238E27FC236}">
                  <a16:creationId xmlns:a16="http://schemas.microsoft.com/office/drawing/2014/main" xmlns="" id="{CEC5BC9B-46ED-4261-A6E9-E4203D254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217488"/>
              <a:ext cx="44450" cy="746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48">
              <a:extLst>
                <a:ext uri="{FF2B5EF4-FFF2-40B4-BE49-F238E27FC236}">
                  <a16:creationId xmlns:a16="http://schemas.microsoft.com/office/drawing/2014/main" xmlns="" id="{3475CBE3-E77C-485B-8A25-FF8E3B7D9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050" y="217488"/>
              <a:ext cx="53975" cy="746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xmlns="" id="{8C3A17A5-6EF4-473C-863E-6500240DC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688" y="65088"/>
              <a:ext cx="287338" cy="188912"/>
            </a:xfrm>
            <a:custGeom>
              <a:avLst/>
              <a:gdLst>
                <a:gd name="T0" fmla="*/ 181 w 181"/>
                <a:gd name="T1" fmla="*/ 119 h 119"/>
                <a:gd name="T2" fmla="*/ 0 w 181"/>
                <a:gd name="T3" fmla="*/ 119 h 119"/>
                <a:gd name="T4" fmla="*/ 0 w 181"/>
                <a:gd name="T5" fmla="*/ 80 h 119"/>
                <a:gd name="T6" fmla="*/ 86 w 181"/>
                <a:gd name="T7" fmla="*/ 0 h 119"/>
                <a:gd name="T8" fmla="*/ 181 w 181"/>
                <a:gd name="T9" fmla="*/ 26 h 119"/>
                <a:gd name="T10" fmla="*/ 181 w 181"/>
                <a:gd name="T1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119">
                  <a:moveTo>
                    <a:pt x="181" y="119"/>
                  </a:moveTo>
                  <a:lnTo>
                    <a:pt x="0" y="119"/>
                  </a:lnTo>
                  <a:lnTo>
                    <a:pt x="0" y="80"/>
                  </a:lnTo>
                  <a:lnTo>
                    <a:pt x="86" y="0"/>
                  </a:lnTo>
                  <a:lnTo>
                    <a:pt x="181" y="26"/>
                  </a:lnTo>
                  <a:lnTo>
                    <a:pt x="181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xmlns="" id="{0063378E-9B99-4EA3-ACB8-B2242D59D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227013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5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5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xmlns="" id="{264A3ADE-6E13-4D56-BB2D-CA6A43E4E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227013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5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5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52">
              <a:extLst>
                <a:ext uri="{FF2B5EF4-FFF2-40B4-BE49-F238E27FC236}">
                  <a16:creationId xmlns:a16="http://schemas.microsoft.com/office/drawing/2014/main" xmlns="" id="{DF6F7D2C-77EC-4870-9A63-A758BD09F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43180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xmlns="" id="{20DB3045-3E2E-4C75-ACDE-E0F938FF3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450850"/>
              <a:ext cx="236538" cy="234950"/>
            </a:xfrm>
            <a:custGeom>
              <a:avLst/>
              <a:gdLst>
                <a:gd name="T0" fmla="*/ 135 w 149"/>
                <a:gd name="T1" fmla="*/ 148 h 148"/>
                <a:gd name="T2" fmla="*/ 0 w 149"/>
                <a:gd name="T3" fmla="*/ 14 h 148"/>
                <a:gd name="T4" fmla="*/ 14 w 149"/>
                <a:gd name="T5" fmla="*/ 0 h 148"/>
                <a:gd name="T6" fmla="*/ 149 w 149"/>
                <a:gd name="T7" fmla="*/ 134 h 148"/>
                <a:gd name="T8" fmla="*/ 135 w 149"/>
                <a:gd name="T9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135" y="148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xmlns="" id="{B9EFB335-10CA-4102-8059-BD9F952E0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450850"/>
              <a:ext cx="236538" cy="234950"/>
            </a:xfrm>
            <a:custGeom>
              <a:avLst/>
              <a:gdLst>
                <a:gd name="T0" fmla="*/ 0 w 149"/>
                <a:gd name="T1" fmla="*/ 134 h 148"/>
                <a:gd name="T2" fmla="*/ 135 w 149"/>
                <a:gd name="T3" fmla="*/ 0 h 148"/>
                <a:gd name="T4" fmla="*/ 149 w 149"/>
                <a:gd name="T5" fmla="*/ 14 h 148"/>
                <a:gd name="T6" fmla="*/ 14 w 149"/>
                <a:gd name="T7" fmla="*/ 148 h 148"/>
                <a:gd name="T8" fmla="*/ 0 w 149"/>
                <a:gd name="T9" fmla="*/ 1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0" y="134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8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55">
              <a:extLst>
                <a:ext uri="{FF2B5EF4-FFF2-40B4-BE49-F238E27FC236}">
                  <a16:creationId xmlns:a16="http://schemas.microsoft.com/office/drawing/2014/main" xmlns="" id="{0F3D9485-861F-4A13-84FC-B39976B47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65405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xmlns="" id="{530011E5-173C-43DE-8839-B1A6E99F9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676275"/>
              <a:ext cx="236538" cy="233362"/>
            </a:xfrm>
            <a:custGeom>
              <a:avLst/>
              <a:gdLst>
                <a:gd name="T0" fmla="*/ 135 w 149"/>
                <a:gd name="T1" fmla="*/ 147 h 147"/>
                <a:gd name="T2" fmla="*/ 0 w 149"/>
                <a:gd name="T3" fmla="*/ 12 h 147"/>
                <a:gd name="T4" fmla="*/ 14 w 149"/>
                <a:gd name="T5" fmla="*/ 0 h 147"/>
                <a:gd name="T6" fmla="*/ 149 w 149"/>
                <a:gd name="T7" fmla="*/ 135 h 147"/>
                <a:gd name="T8" fmla="*/ 135 w 149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7">
                  <a:moveTo>
                    <a:pt x="135" y="147"/>
                  </a:moveTo>
                  <a:lnTo>
                    <a:pt x="0" y="12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xmlns="" id="{38A46E3E-5647-4CC0-AD60-1BB327374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676275"/>
              <a:ext cx="236538" cy="233362"/>
            </a:xfrm>
            <a:custGeom>
              <a:avLst/>
              <a:gdLst>
                <a:gd name="T0" fmla="*/ 0 w 149"/>
                <a:gd name="T1" fmla="*/ 135 h 147"/>
                <a:gd name="T2" fmla="*/ 135 w 149"/>
                <a:gd name="T3" fmla="*/ 0 h 147"/>
                <a:gd name="T4" fmla="*/ 149 w 149"/>
                <a:gd name="T5" fmla="*/ 12 h 147"/>
                <a:gd name="T6" fmla="*/ 14 w 149"/>
                <a:gd name="T7" fmla="*/ 147 h 147"/>
                <a:gd name="T8" fmla="*/ 0 w 149"/>
                <a:gd name="T9" fmla="*/ 1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7">
                  <a:moveTo>
                    <a:pt x="0" y="135"/>
                  </a:moveTo>
                  <a:lnTo>
                    <a:pt x="135" y="0"/>
                  </a:lnTo>
                  <a:lnTo>
                    <a:pt x="149" y="12"/>
                  </a:lnTo>
                  <a:lnTo>
                    <a:pt x="14" y="147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Rectangle 58">
              <a:extLst>
                <a:ext uri="{FF2B5EF4-FFF2-40B4-BE49-F238E27FC236}">
                  <a16:creationId xmlns:a16="http://schemas.microsoft.com/office/drawing/2014/main" xmlns="" id="{9528AC6C-7139-48C1-AB49-EC660854F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63" y="755650"/>
              <a:ext cx="825500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59">
              <a:extLst>
                <a:ext uri="{FF2B5EF4-FFF2-40B4-BE49-F238E27FC236}">
                  <a16:creationId xmlns:a16="http://schemas.microsoft.com/office/drawing/2014/main" xmlns="" id="{A94F4C58-E881-472F-830C-BCC516657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63" y="950913"/>
              <a:ext cx="825500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Rectangle 60">
              <a:extLst>
                <a:ext uri="{FF2B5EF4-FFF2-40B4-BE49-F238E27FC236}">
                  <a16:creationId xmlns:a16="http://schemas.microsoft.com/office/drawing/2014/main" xmlns="" id="{7DA10DC5-CC43-4070-9024-F49F7E85B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863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1">
              <a:extLst>
                <a:ext uri="{FF2B5EF4-FFF2-40B4-BE49-F238E27FC236}">
                  <a16:creationId xmlns:a16="http://schemas.microsoft.com/office/drawing/2014/main" xmlns="" id="{D8CD0BFC-6C12-40AE-B5C7-492CB2A52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650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1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1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2">
              <a:extLst>
                <a:ext uri="{FF2B5EF4-FFF2-40B4-BE49-F238E27FC236}">
                  <a16:creationId xmlns:a16="http://schemas.microsoft.com/office/drawing/2014/main" xmlns="" id="{2CC1BB5F-BB0B-41AB-BB77-D7ECAD374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650" y="773113"/>
              <a:ext cx="198438" cy="196850"/>
            </a:xfrm>
            <a:custGeom>
              <a:avLst/>
              <a:gdLst>
                <a:gd name="T0" fmla="*/ 11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1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1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Rectangle 63">
              <a:extLst>
                <a:ext uri="{FF2B5EF4-FFF2-40B4-BE49-F238E27FC236}">
                  <a16:creationId xmlns:a16="http://schemas.microsoft.com/office/drawing/2014/main" xmlns="" id="{8B044195-3D8A-4717-A65B-411CBC1CC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950" y="755650"/>
              <a:ext cx="39688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4">
              <a:extLst>
                <a:ext uri="{FF2B5EF4-FFF2-40B4-BE49-F238E27FC236}">
                  <a16:creationId xmlns:a16="http://schemas.microsoft.com/office/drawing/2014/main" xmlns="" id="{99110873-6B02-4A29-B252-A6014B83A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150" y="773113"/>
              <a:ext cx="201613" cy="196850"/>
            </a:xfrm>
            <a:custGeom>
              <a:avLst/>
              <a:gdLst>
                <a:gd name="T0" fmla="*/ 0 w 127"/>
                <a:gd name="T1" fmla="*/ 112 h 124"/>
                <a:gd name="T2" fmla="*/ 114 w 127"/>
                <a:gd name="T3" fmla="*/ 0 h 124"/>
                <a:gd name="T4" fmla="*/ 127 w 127"/>
                <a:gd name="T5" fmla="*/ 12 h 124"/>
                <a:gd name="T6" fmla="*/ 12 w 127"/>
                <a:gd name="T7" fmla="*/ 124 h 124"/>
                <a:gd name="T8" fmla="*/ 0 w 127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0" y="112"/>
                  </a:moveTo>
                  <a:lnTo>
                    <a:pt x="114" y="0"/>
                  </a:lnTo>
                  <a:lnTo>
                    <a:pt x="127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5">
              <a:extLst>
                <a:ext uri="{FF2B5EF4-FFF2-40B4-BE49-F238E27FC236}">
                  <a16:creationId xmlns:a16="http://schemas.microsoft.com/office/drawing/2014/main" xmlns="" id="{536F628D-3077-400E-BB6E-77C2B335F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150" y="773113"/>
              <a:ext cx="201613" cy="196850"/>
            </a:xfrm>
            <a:custGeom>
              <a:avLst/>
              <a:gdLst>
                <a:gd name="T0" fmla="*/ 12 w 127"/>
                <a:gd name="T1" fmla="*/ 0 h 124"/>
                <a:gd name="T2" fmla="*/ 127 w 127"/>
                <a:gd name="T3" fmla="*/ 112 h 124"/>
                <a:gd name="T4" fmla="*/ 114 w 127"/>
                <a:gd name="T5" fmla="*/ 124 h 124"/>
                <a:gd name="T6" fmla="*/ 0 w 127"/>
                <a:gd name="T7" fmla="*/ 12 h 124"/>
                <a:gd name="T8" fmla="*/ 12 w 127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12" y="0"/>
                  </a:moveTo>
                  <a:lnTo>
                    <a:pt x="127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Rectangle 66">
              <a:extLst>
                <a:ext uri="{FF2B5EF4-FFF2-40B4-BE49-F238E27FC236}">
                  <a16:creationId xmlns:a16="http://schemas.microsoft.com/office/drawing/2014/main" xmlns="" id="{19EC0686-2643-4C52-9039-7BEB2A3F0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450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7">
              <a:extLst>
                <a:ext uri="{FF2B5EF4-FFF2-40B4-BE49-F238E27FC236}">
                  <a16:creationId xmlns:a16="http://schemas.microsoft.com/office/drawing/2014/main" xmlns="" id="{AF361B49-917E-40EF-A48C-E8A2C129F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5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4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4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68">
              <a:extLst>
                <a:ext uri="{FF2B5EF4-FFF2-40B4-BE49-F238E27FC236}">
                  <a16:creationId xmlns:a16="http://schemas.microsoft.com/office/drawing/2014/main" xmlns="" id="{F2386B9C-2A16-4947-A66F-111CBE3F9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5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4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69">
              <a:extLst>
                <a:ext uri="{FF2B5EF4-FFF2-40B4-BE49-F238E27FC236}">
                  <a16:creationId xmlns:a16="http://schemas.microsoft.com/office/drawing/2014/main" xmlns="" id="{89A66264-8C16-459D-8B6B-2F535825C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538" y="755650"/>
              <a:ext cx="42863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0">
              <a:extLst>
                <a:ext uri="{FF2B5EF4-FFF2-40B4-BE49-F238E27FC236}">
                  <a16:creationId xmlns:a16="http://schemas.microsoft.com/office/drawing/2014/main" xmlns="" id="{0F75974E-275A-463A-9F84-A7FE6C3B6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3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2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2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1">
              <a:extLst>
                <a:ext uri="{FF2B5EF4-FFF2-40B4-BE49-F238E27FC236}">
                  <a16:creationId xmlns:a16="http://schemas.microsoft.com/office/drawing/2014/main" xmlns="" id="{FB9D0761-B16F-466E-9440-D35C3836B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3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2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72">
              <a:extLst>
                <a:ext uri="{FF2B5EF4-FFF2-40B4-BE49-F238E27FC236}">
                  <a16:creationId xmlns:a16="http://schemas.microsoft.com/office/drawing/2014/main" xmlns="" id="{2F4DDCAA-8B21-40A7-A4F2-818DB7A59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950" y="755650"/>
              <a:ext cx="822325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Rectangle 73">
              <a:extLst>
                <a:ext uri="{FF2B5EF4-FFF2-40B4-BE49-F238E27FC236}">
                  <a16:creationId xmlns:a16="http://schemas.microsoft.com/office/drawing/2014/main" xmlns="" id="{FAE48D6E-6C59-4853-B04B-3EAC1422F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950" y="950913"/>
              <a:ext cx="822325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Rectangle 74">
              <a:extLst>
                <a:ext uri="{FF2B5EF4-FFF2-40B4-BE49-F238E27FC236}">
                  <a16:creationId xmlns:a16="http://schemas.microsoft.com/office/drawing/2014/main" xmlns="" id="{575E3495-B0B2-48FA-B96B-D03ECD989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5">
              <a:extLst>
                <a:ext uri="{FF2B5EF4-FFF2-40B4-BE49-F238E27FC236}">
                  <a16:creationId xmlns:a16="http://schemas.microsoft.com/office/drawing/2014/main" xmlns="" id="{864E45C2-270E-4612-A8F0-CB5A9F98D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138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0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0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6">
              <a:extLst>
                <a:ext uri="{FF2B5EF4-FFF2-40B4-BE49-F238E27FC236}">
                  <a16:creationId xmlns:a16="http://schemas.microsoft.com/office/drawing/2014/main" xmlns="" id="{058042BC-3CD5-4BC7-82F3-1D172ED8B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138" y="773113"/>
              <a:ext cx="198438" cy="196850"/>
            </a:xfrm>
            <a:custGeom>
              <a:avLst/>
              <a:gdLst>
                <a:gd name="T0" fmla="*/ 10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0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0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Rectangle 77">
              <a:extLst>
                <a:ext uri="{FF2B5EF4-FFF2-40B4-BE49-F238E27FC236}">
                  <a16:creationId xmlns:a16="http://schemas.microsoft.com/office/drawing/2014/main" xmlns="" id="{FAE0007D-318F-478E-8970-751B2005F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263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78">
              <a:extLst>
                <a:ext uri="{FF2B5EF4-FFF2-40B4-BE49-F238E27FC236}">
                  <a16:creationId xmlns:a16="http://schemas.microsoft.com/office/drawing/2014/main" xmlns="" id="{75E03023-2AD3-4C51-94FE-E01ED6BED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773113"/>
              <a:ext cx="200025" cy="196850"/>
            </a:xfrm>
            <a:custGeom>
              <a:avLst/>
              <a:gdLst>
                <a:gd name="T0" fmla="*/ 0 w 126"/>
                <a:gd name="T1" fmla="*/ 112 h 124"/>
                <a:gd name="T2" fmla="*/ 114 w 126"/>
                <a:gd name="T3" fmla="*/ 0 h 124"/>
                <a:gd name="T4" fmla="*/ 126 w 126"/>
                <a:gd name="T5" fmla="*/ 12 h 124"/>
                <a:gd name="T6" fmla="*/ 12 w 126"/>
                <a:gd name="T7" fmla="*/ 124 h 124"/>
                <a:gd name="T8" fmla="*/ 0 w 126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24">
                  <a:moveTo>
                    <a:pt x="0" y="112"/>
                  </a:moveTo>
                  <a:lnTo>
                    <a:pt x="114" y="0"/>
                  </a:lnTo>
                  <a:lnTo>
                    <a:pt x="126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xmlns="" id="{301E4BA0-58B5-4D09-B28C-7562EB339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773113"/>
              <a:ext cx="200025" cy="196850"/>
            </a:xfrm>
            <a:custGeom>
              <a:avLst/>
              <a:gdLst>
                <a:gd name="T0" fmla="*/ 12 w 126"/>
                <a:gd name="T1" fmla="*/ 0 h 124"/>
                <a:gd name="T2" fmla="*/ 126 w 126"/>
                <a:gd name="T3" fmla="*/ 112 h 124"/>
                <a:gd name="T4" fmla="*/ 114 w 126"/>
                <a:gd name="T5" fmla="*/ 124 h 124"/>
                <a:gd name="T6" fmla="*/ 0 w 126"/>
                <a:gd name="T7" fmla="*/ 12 h 124"/>
                <a:gd name="T8" fmla="*/ 12 w 126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24">
                  <a:moveTo>
                    <a:pt x="12" y="0"/>
                  </a:moveTo>
                  <a:lnTo>
                    <a:pt x="126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Rectangle 80">
              <a:extLst>
                <a:ext uri="{FF2B5EF4-FFF2-40B4-BE49-F238E27FC236}">
                  <a16:creationId xmlns:a16="http://schemas.microsoft.com/office/drawing/2014/main" xmlns="" id="{407B9C6A-DEF3-4DED-81FF-EEF028FEB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938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1">
              <a:extLst>
                <a:ext uri="{FF2B5EF4-FFF2-40B4-BE49-F238E27FC236}">
                  <a16:creationId xmlns:a16="http://schemas.microsoft.com/office/drawing/2014/main" xmlns="" id="{671FA83C-C481-4D7C-A0F1-DDA57AD8C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25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2">
              <a:extLst>
                <a:ext uri="{FF2B5EF4-FFF2-40B4-BE49-F238E27FC236}">
                  <a16:creationId xmlns:a16="http://schemas.microsoft.com/office/drawing/2014/main" xmlns="" id="{1BA1340D-632A-4776-B404-ECA74918E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25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Rectangle 83">
              <a:extLst>
                <a:ext uri="{FF2B5EF4-FFF2-40B4-BE49-F238E27FC236}">
                  <a16:creationId xmlns:a16="http://schemas.microsoft.com/office/drawing/2014/main" xmlns="" id="{414E7CCF-AFAE-4905-A104-FFE11AA51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025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4">
              <a:extLst>
                <a:ext uri="{FF2B5EF4-FFF2-40B4-BE49-F238E27FC236}">
                  <a16:creationId xmlns:a16="http://schemas.microsoft.com/office/drawing/2014/main" xmlns="" id="{5DD1C2FB-B8CA-4518-AE75-01A531FDD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400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85">
              <a:extLst>
                <a:ext uri="{FF2B5EF4-FFF2-40B4-BE49-F238E27FC236}">
                  <a16:creationId xmlns:a16="http://schemas.microsoft.com/office/drawing/2014/main" xmlns="" id="{2399D9C8-657F-4B1E-9CA4-F36CC465D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400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Rectangle 86">
              <a:extLst>
                <a:ext uri="{FF2B5EF4-FFF2-40B4-BE49-F238E27FC236}">
                  <a16:creationId xmlns:a16="http://schemas.microsoft.com/office/drawing/2014/main" xmlns="" id="{88B31E9C-FA66-48FE-A7E7-320928402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950" y="755650"/>
              <a:ext cx="825500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87">
              <a:extLst>
                <a:ext uri="{FF2B5EF4-FFF2-40B4-BE49-F238E27FC236}">
                  <a16:creationId xmlns:a16="http://schemas.microsoft.com/office/drawing/2014/main" xmlns="" id="{9E3C5DE0-3191-448B-B860-24FF051FB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950913"/>
              <a:ext cx="1379538" cy="44450"/>
            </a:xfrm>
            <a:custGeom>
              <a:avLst/>
              <a:gdLst>
                <a:gd name="T0" fmla="*/ 869 w 869"/>
                <a:gd name="T1" fmla="*/ 0 h 28"/>
                <a:gd name="T2" fmla="*/ 869 w 869"/>
                <a:gd name="T3" fmla="*/ 28 h 28"/>
                <a:gd name="T4" fmla="*/ 0 w 869"/>
                <a:gd name="T5" fmla="*/ 28 h 28"/>
                <a:gd name="T6" fmla="*/ 0 w 869"/>
                <a:gd name="T7" fmla="*/ 0 h 28"/>
                <a:gd name="T8" fmla="*/ 777 w 869"/>
                <a:gd name="T9" fmla="*/ 0 h 28"/>
                <a:gd name="T10" fmla="*/ 869 w 869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9" h="28">
                  <a:moveTo>
                    <a:pt x="869" y="0"/>
                  </a:moveTo>
                  <a:lnTo>
                    <a:pt x="869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777" y="0"/>
                  </a:lnTo>
                  <a:lnTo>
                    <a:pt x="86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88">
              <a:extLst>
                <a:ext uri="{FF2B5EF4-FFF2-40B4-BE49-F238E27FC236}">
                  <a16:creationId xmlns:a16="http://schemas.microsoft.com/office/drawing/2014/main" xmlns="" id="{58B0F1BA-54B2-4C66-BC47-5A58A2B26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950913"/>
              <a:ext cx="1379538" cy="44450"/>
            </a:xfrm>
            <a:custGeom>
              <a:avLst/>
              <a:gdLst>
                <a:gd name="T0" fmla="*/ 869 w 869"/>
                <a:gd name="T1" fmla="*/ 0 h 28"/>
                <a:gd name="T2" fmla="*/ 869 w 869"/>
                <a:gd name="T3" fmla="*/ 28 h 28"/>
                <a:gd name="T4" fmla="*/ 0 w 869"/>
                <a:gd name="T5" fmla="*/ 28 h 28"/>
                <a:gd name="T6" fmla="*/ 0 w 869"/>
                <a:gd name="T7" fmla="*/ 0 h 28"/>
                <a:gd name="T8" fmla="*/ 777 w 869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" h="28">
                  <a:moveTo>
                    <a:pt x="869" y="0"/>
                  </a:moveTo>
                  <a:lnTo>
                    <a:pt x="869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777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Rectangle 89">
              <a:extLst>
                <a:ext uri="{FF2B5EF4-FFF2-40B4-BE49-F238E27FC236}">
                  <a16:creationId xmlns:a16="http://schemas.microsoft.com/office/drawing/2014/main" xmlns="" id="{0E9F846D-48E5-4C10-9945-09829F82D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4350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0">
              <a:extLst>
                <a:ext uri="{FF2B5EF4-FFF2-40B4-BE49-F238E27FC236}">
                  <a16:creationId xmlns:a16="http://schemas.microsoft.com/office/drawing/2014/main" xmlns="" id="{AEB606BF-7785-4835-951E-2B9A4D376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138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1">
              <a:extLst>
                <a:ext uri="{FF2B5EF4-FFF2-40B4-BE49-F238E27FC236}">
                  <a16:creationId xmlns:a16="http://schemas.microsoft.com/office/drawing/2014/main" xmlns="" id="{347555F6-1022-4B04-AB6B-C73180680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138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Rectangle 92">
              <a:extLst>
                <a:ext uri="{FF2B5EF4-FFF2-40B4-BE49-F238E27FC236}">
                  <a16:creationId xmlns:a16="http://schemas.microsoft.com/office/drawing/2014/main" xmlns="" id="{C17C0340-E51A-4F17-848E-91F461BEA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5438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3">
              <a:extLst>
                <a:ext uri="{FF2B5EF4-FFF2-40B4-BE49-F238E27FC236}">
                  <a16:creationId xmlns:a16="http://schemas.microsoft.com/office/drawing/2014/main" xmlns="" id="{CB7564AF-0488-42C1-B10C-E3D26A118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813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0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0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94">
              <a:extLst>
                <a:ext uri="{FF2B5EF4-FFF2-40B4-BE49-F238E27FC236}">
                  <a16:creationId xmlns:a16="http://schemas.microsoft.com/office/drawing/2014/main" xmlns="" id="{EB558EA9-4E02-4D7F-8E10-2B43F8AB1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813" y="773113"/>
              <a:ext cx="196850" cy="196850"/>
            </a:xfrm>
            <a:custGeom>
              <a:avLst/>
              <a:gdLst>
                <a:gd name="T0" fmla="*/ 10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0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0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Rectangle 95">
              <a:extLst>
                <a:ext uri="{FF2B5EF4-FFF2-40B4-BE49-F238E27FC236}">
                  <a16:creationId xmlns:a16="http://schemas.microsoft.com/office/drawing/2014/main" xmlns="" id="{BD079FCF-B5FD-4C73-BBCB-3CA2565BD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96">
              <a:extLst>
                <a:ext uri="{FF2B5EF4-FFF2-40B4-BE49-F238E27FC236}">
                  <a16:creationId xmlns:a16="http://schemas.microsoft.com/office/drawing/2014/main" xmlns="" id="{72531B99-93E9-49EB-8BDB-598751A8A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725" y="773113"/>
              <a:ext cx="201613" cy="196850"/>
            </a:xfrm>
            <a:custGeom>
              <a:avLst/>
              <a:gdLst>
                <a:gd name="T0" fmla="*/ 0 w 127"/>
                <a:gd name="T1" fmla="*/ 112 h 124"/>
                <a:gd name="T2" fmla="*/ 115 w 127"/>
                <a:gd name="T3" fmla="*/ 0 h 124"/>
                <a:gd name="T4" fmla="*/ 127 w 127"/>
                <a:gd name="T5" fmla="*/ 12 h 124"/>
                <a:gd name="T6" fmla="*/ 12 w 127"/>
                <a:gd name="T7" fmla="*/ 124 h 124"/>
                <a:gd name="T8" fmla="*/ 0 w 127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0" y="112"/>
                  </a:moveTo>
                  <a:lnTo>
                    <a:pt x="115" y="0"/>
                  </a:lnTo>
                  <a:lnTo>
                    <a:pt x="127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97">
              <a:extLst>
                <a:ext uri="{FF2B5EF4-FFF2-40B4-BE49-F238E27FC236}">
                  <a16:creationId xmlns:a16="http://schemas.microsoft.com/office/drawing/2014/main" xmlns="" id="{655DD5EF-76F5-439C-A59F-D32BC7458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725" y="773113"/>
              <a:ext cx="201613" cy="196850"/>
            </a:xfrm>
            <a:custGeom>
              <a:avLst/>
              <a:gdLst>
                <a:gd name="T0" fmla="*/ 12 w 127"/>
                <a:gd name="T1" fmla="*/ 0 h 124"/>
                <a:gd name="T2" fmla="*/ 127 w 127"/>
                <a:gd name="T3" fmla="*/ 112 h 124"/>
                <a:gd name="T4" fmla="*/ 115 w 127"/>
                <a:gd name="T5" fmla="*/ 124 h 124"/>
                <a:gd name="T6" fmla="*/ 0 w 127"/>
                <a:gd name="T7" fmla="*/ 12 h 124"/>
                <a:gd name="T8" fmla="*/ 12 w 127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12" y="0"/>
                  </a:moveTo>
                  <a:lnTo>
                    <a:pt x="127" y="112"/>
                  </a:lnTo>
                  <a:lnTo>
                    <a:pt x="115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Rectangle 98">
              <a:extLst>
                <a:ext uri="{FF2B5EF4-FFF2-40B4-BE49-F238E27FC236}">
                  <a16:creationId xmlns:a16="http://schemas.microsoft.com/office/drawing/2014/main" xmlns="" id="{12614028-6637-4A32-9594-AD4AEBCA4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025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99">
              <a:extLst>
                <a:ext uri="{FF2B5EF4-FFF2-40B4-BE49-F238E27FC236}">
                  <a16:creationId xmlns:a16="http://schemas.microsoft.com/office/drawing/2014/main" xmlns="" id="{E5117DA5-34A5-4FF1-9582-E771FC0EC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400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00">
              <a:extLst>
                <a:ext uri="{FF2B5EF4-FFF2-40B4-BE49-F238E27FC236}">
                  <a16:creationId xmlns:a16="http://schemas.microsoft.com/office/drawing/2014/main" xmlns="" id="{11CF2F24-E201-437D-8619-2CD4AE17C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400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1">
              <a:extLst>
                <a:ext uri="{FF2B5EF4-FFF2-40B4-BE49-F238E27FC236}">
                  <a16:creationId xmlns:a16="http://schemas.microsoft.com/office/drawing/2014/main" xmlns="" id="{F1214A04-D28B-472F-BD56-BD1F9E42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3" y="628650"/>
              <a:ext cx="652463" cy="474662"/>
            </a:xfrm>
            <a:custGeom>
              <a:avLst/>
              <a:gdLst>
                <a:gd name="T0" fmla="*/ 205 w 205"/>
                <a:gd name="T1" fmla="*/ 149 h 149"/>
                <a:gd name="T2" fmla="*/ 0 w 205"/>
                <a:gd name="T3" fmla="*/ 149 h 149"/>
                <a:gd name="T4" fmla="*/ 0 w 205"/>
                <a:gd name="T5" fmla="*/ 0 h 149"/>
                <a:gd name="T6" fmla="*/ 125 w 205"/>
                <a:gd name="T7" fmla="*/ 0 h 149"/>
                <a:gd name="T8" fmla="*/ 205 w 205"/>
                <a:gd name="T9" fmla="*/ 67 h 149"/>
                <a:gd name="T10" fmla="*/ 205 w 205"/>
                <a:gd name="T11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5" h="149">
                  <a:moveTo>
                    <a:pt x="205" y="149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69" y="0"/>
                    <a:pt x="205" y="30"/>
                    <a:pt x="205" y="67"/>
                  </a:cubicBezTo>
                  <a:lnTo>
                    <a:pt x="20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Rectangle 102">
              <a:extLst>
                <a:ext uri="{FF2B5EF4-FFF2-40B4-BE49-F238E27FC236}">
                  <a16:creationId xmlns:a16="http://schemas.microsoft.com/office/drawing/2014/main" xmlns="" id="{EF1A0428-1375-40F8-949D-73BF9D675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38" y="698500"/>
              <a:ext cx="219075" cy="4905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03">
              <a:extLst>
                <a:ext uri="{FF2B5EF4-FFF2-40B4-BE49-F238E27FC236}">
                  <a16:creationId xmlns:a16="http://schemas.microsoft.com/office/drawing/2014/main" xmlns="" id="{5D2D8534-2FF4-4623-AEA6-7908FE311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63" y="1588"/>
              <a:ext cx="3952875" cy="977900"/>
            </a:xfrm>
            <a:custGeom>
              <a:avLst/>
              <a:gdLst>
                <a:gd name="T0" fmla="*/ 2474 w 2490"/>
                <a:gd name="T1" fmla="*/ 616 h 616"/>
                <a:gd name="T2" fmla="*/ 580 w 2490"/>
                <a:gd name="T3" fmla="*/ 48 h 616"/>
                <a:gd name="T4" fmla="*/ 28 w 2490"/>
                <a:gd name="T5" fmla="*/ 469 h 616"/>
                <a:gd name="T6" fmla="*/ 0 w 2490"/>
                <a:gd name="T7" fmla="*/ 437 h 616"/>
                <a:gd name="T8" fmla="*/ 572 w 2490"/>
                <a:gd name="T9" fmla="*/ 0 h 616"/>
                <a:gd name="T10" fmla="*/ 2490 w 2490"/>
                <a:gd name="T11" fmla="*/ 578 h 616"/>
                <a:gd name="T12" fmla="*/ 2474 w 2490"/>
                <a:gd name="T13" fmla="*/ 616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0" h="616">
                  <a:moveTo>
                    <a:pt x="2474" y="616"/>
                  </a:moveTo>
                  <a:lnTo>
                    <a:pt x="580" y="48"/>
                  </a:lnTo>
                  <a:lnTo>
                    <a:pt x="28" y="469"/>
                  </a:lnTo>
                  <a:lnTo>
                    <a:pt x="0" y="437"/>
                  </a:lnTo>
                  <a:lnTo>
                    <a:pt x="572" y="0"/>
                  </a:lnTo>
                  <a:lnTo>
                    <a:pt x="2490" y="578"/>
                  </a:lnTo>
                  <a:lnTo>
                    <a:pt x="2474" y="6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Rectangle 104">
              <a:extLst>
                <a:ext uri="{FF2B5EF4-FFF2-40B4-BE49-F238E27FC236}">
                  <a16:creationId xmlns:a16="http://schemas.microsoft.com/office/drawing/2014/main" xmlns="" id="{5BB9E17A-220B-48A2-8F0E-FCBDAE589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188" y="966788"/>
              <a:ext cx="44450" cy="1012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Rectangle 105">
              <a:extLst>
                <a:ext uri="{FF2B5EF4-FFF2-40B4-BE49-F238E27FC236}">
                  <a16:creationId xmlns:a16="http://schemas.microsoft.com/office/drawing/2014/main" xmlns="" id="{9A0D611E-9F25-4C68-AAFB-2130AD47F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5" y="1938338"/>
              <a:ext cx="736600" cy="2413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Rectangle 106">
              <a:extLst>
                <a:ext uri="{FF2B5EF4-FFF2-40B4-BE49-F238E27FC236}">
                  <a16:creationId xmlns:a16="http://schemas.microsoft.com/office/drawing/2014/main" xmlns="" id="{07EB0736-3617-4F98-AE1E-BC2A49521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338" y="1855788"/>
              <a:ext cx="187325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Rectangle 107">
              <a:extLst>
                <a:ext uri="{FF2B5EF4-FFF2-40B4-BE49-F238E27FC236}">
                  <a16:creationId xmlns:a16="http://schemas.microsoft.com/office/drawing/2014/main" xmlns="" id="{F4D90D66-0E3B-4BC2-8FA3-D98C67D2C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825" y="752475"/>
              <a:ext cx="771525" cy="36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08">
              <a:extLst>
                <a:ext uri="{FF2B5EF4-FFF2-40B4-BE49-F238E27FC236}">
                  <a16:creationId xmlns:a16="http://schemas.microsoft.com/office/drawing/2014/main" xmlns="" id="{2AFD7427-6FA0-4B03-8EAE-D3FD2BFF9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825" y="900113"/>
              <a:ext cx="1287463" cy="88900"/>
            </a:xfrm>
            <a:custGeom>
              <a:avLst/>
              <a:gdLst>
                <a:gd name="T0" fmla="*/ 0 w 811"/>
                <a:gd name="T1" fmla="*/ 56 h 56"/>
                <a:gd name="T2" fmla="*/ 0 w 811"/>
                <a:gd name="T3" fmla="*/ 30 h 56"/>
                <a:gd name="T4" fmla="*/ 725 w 811"/>
                <a:gd name="T5" fmla="*/ 30 h 56"/>
                <a:gd name="T6" fmla="*/ 735 w 811"/>
                <a:gd name="T7" fmla="*/ 0 h 56"/>
                <a:gd name="T8" fmla="*/ 811 w 811"/>
                <a:gd name="T9" fmla="*/ 30 h 56"/>
                <a:gd name="T10" fmla="*/ 811 w 811"/>
                <a:gd name="T11" fmla="*/ 56 h 56"/>
                <a:gd name="T12" fmla="*/ 0 w 811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1" h="56">
                  <a:moveTo>
                    <a:pt x="0" y="56"/>
                  </a:moveTo>
                  <a:lnTo>
                    <a:pt x="0" y="30"/>
                  </a:lnTo>
                  <a:lnTo>
                    <a:pt x="725" y="30"/>
                  </a:lnTo>
                  <a:lnTo>
                    <a:pt x="735" y="0"/>
                  </a:lnTo>
                  <a:lnTo>
                    <a:pt x="811" y="30"/>
                  </a:lnTo>
                  <a:lnTo>
                    <a:pt x="811" y="56"/>
                  </a:lnTo>
                  <a:lnTo>
                    <a:pt x="0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Rectangle 109">
              <a:extLst>
                <a:ext uri="{FF2B5EF4-FFF2-40B4-BE49-F238E27FC236}">
                  <a16:creationId xmlns:a16="http://schemas.microsoft.com/office/drawing/2014/main" xmlns="" id="{95F0ABD9-F98C-47DA-B6CB-750AF10E6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425" y="752475"/>
              <a:ext cx="34925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Rectangle 110">
              <a:extLst>
                <a:ext uri="{FF2B5EF4-FFF2-40B4-BE49-F238E27FC236}">
                  <a16:creationId xmlns:a16="http://schemas.microsoft.com/office/drawing/2014/main" xmlns="" id="{2B777433-D91C-45E4-8FBB-080911726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700" y="820738"/>
              <a:ext cx="38100" cy="1333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11">
              <a:extLst>
                <a:ext uri="{FF2B5EF4-FFF2-40B4-BE49-F238E27FC236}">
                  <a16:creationId xmlns:a16="http://schemas.microsoft.com/office/drawing/2014/main" xmlns="" id="{0F5EA16B-9564-44E4-A852-2B340A549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768350"/>
              <a:ext cx="185738" cy="185737"/>
            </a:xfrm>
            <a:custGeom>
              <a:avLst/>
              <a:gdLst>
                <a:gd name="T0" fmla="*/ 0 w 117"/>
                <a:gd name="T1" fmla="*/ 105 h 117"/>
                <a:gd name="T2" fmla="*/ 107 w 117"/>
                <a:gd name="T3" fmla="*/ 0 h 117"/>
                <a:gd name="T4" fmla="*/ 117 w 117"/>
                <a:gd name="T5" fmla="*/ 11 h 117"/>
                <a:gd name="T6" fmla="*/ 12 w 117"/>
                <a:gd name="T7" fmla="*/ 117 h 117"/>
                <a:gd name="T8" fmla="*/ 0 w 117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17">
                  <a:moveTo>
                    <a:pt x="0" y="105"/>
                  </a:moveTo>
                  <a:lnTo>
                    <a:pt x="107" y="0"/>
                  </a:lnTo>
                  <a:lnTo>
                    <a:pt x="117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12">
              <a:extLst>
                <a:ext uri="{FF2B5EF4-FFF2-40B4-BE49-F238E27FC236}">
                  <a16:creationId xmlns:a16="http://schemas.microsoft.com/office/drawing/2014/main" xmlns="" id="{0C6CD059-A68A-4255-8A29-C3948126C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300" y="814388"/>
              <a:ext cx="142875" cy="139700"/>
            </a:xfrm>
            <a:custGeom>
              <a:avLst/>
              <a:gdLst>
                <a:gd name="T0" fmla="*/ 0 w 90"/>
                <a:gd name="T1" fmla="*/ 78 h 88"/>
                <a:gd name="T2" fmla="*/ 78 w 90"/>
                <a:gd name="T3" fmla="*/ 0 h 88"/>
                <a:gd name="T4" fmla="*/ 90 w 90"/>
                <a:gd name="T5" fmla="*/ 10 h 88"/>
                <a:gd name="T6" fmla="*/ 12 w 90"/>
                <a:gd name="T7" fmla="*/ 88 h 88"/>
                <a:gd name="T8" fmla="*/ 0 w 90"/>
                <a:gd name="T9" fmla="*/ 7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88">
                  <a:moveTo>
                    <a:pt x="0" y="78"/>
                  </a:moveTo>
                  <a:lnTo>
                    <a:pt x="78" y="0"/>
                  </a:lnTo>
                  <a:lnTo>
                    <a:pt x="90" y="10"/>
                  </a:lnTo>
                  <a:lnTo>
                    <a:pt x="12" y="88"/>
                  </a:lnTo>
                  <a:lnTo>
                    <a:pt x="0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13">
              <a:extLst>
                <a:ext uri="{FF2B5EF4-FFF2-40B4-BE49-F238E27FC236}">
                  <a16:creationId xmlns:a16="http://schemas.microsoft.com/office/drawing/2014/main" xmlns="" id="{0072BB92-886F-463B-A076-69C8D35E2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768350"/>
              <a:ext cx="185738" cy="185737"/>
            </a:xfrm>
            <a:custGeom>
              <a:avLst/>
              <a:gdLst>
                <a:gd name="T0" fmla="*/ 12 w 117"/>
                <a:gd name="T1" fmla="*/ 0 h 117"/>
                <a:gd name="T2" fmla="*/ 117 w 117"/>
                <a:gd name="T3" fmla="*/ 105 h 117"/>
                <a:gd name="T4" fmla="*/ 107 w 117"/>
                <a:gd name="T5" fmla="*/ 117 h 117"/>
                <a:gd name="T6" fmla="*/ 0 w 117"/>
                <a:gd name="T7" fmla="*/ 11 h 117"/>
                <a:gd name="T8" fmla="*/ 12 w 117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17">
                  <a:moveTo>
                    <a:pt x="12" y="0"/>
                  </a:moveTo>
                  <a:lnTo>
                    <a:pt x="117" y="105"/>
                  </a:lnTo>
                  <a:lnTo>
                    <a:pt x="107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Rectangle 114">
              <a:extLst>
                <a:ext uri="{FF2B5EF4-FFF2-40B4-BE49-F238E27FC236}">
                  <a16:creationId xmlns:a16="http://schemas.microsoft.com/office/drawing/2014/main" xmlns="" id="{6E9DC577-21E3-4D66-9993-7CD62B5B7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038" y="752475"/>
              <a:ext cx="38100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15">
              <a:extLst>
                <a:ext uri="{FF2B5EF4-FFF2-40B4-BE49-F238E27FC236}">
                  <a16:creationId xmlns:a16="http://schemas.microsoft.com/office/drawing/2014/main" xmlns="" id="{59728FCC-2F04-49FD-807F-0BE902EEF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768350"/>
              <a:ext cx="184150" cy="185737"/>
            </a:xfrm>
            <a:custGeom>
              <a:avLst/>
              <a:gdLst>
                <a:gd name="T0" fmla="*/ 0 w 116"/>
                <a:gd name="T1" fmla="*/ 105 h 117"/>
                <a:gd name="T2" fmla="*/ 104 w 116"/>
                <a:gd name="T3" fmla="*/ 0 h 117"/>
                <a:gd name="T4" fmla="*/ 116 w 116"/>
                <a:gd name="T5" fmla="*/ 11 h 117"/>
                <a:gd name="T6" fmla="*/ 10 w 116"/>
                <a:gd name="T7" fmla="*/ 117 h 117"/>
                <a:gd name="T8" fmla="*/ 0 w 116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0" y="105"/>
                  </a:moveTo>
                  <a:lnTo>
                    <a:pt x="104" y="0"/>
                  </a:lnTo>
                  <a:lnTo>
                    <a:pt x="116" y="11"/>
                  </a:lnTo>
                  <a:lnTo>
                    <a:pt x="10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16">
              <a:extLst>
                <a:ext uri="{FF2B5EF4-FFF2-40B4-BE49-F238E27FC236}">
                  <a16:creationId xmlns:a16="http://schemas.microsoft.com/office/drawing/2014/main" xmlns="" id="{44A1446D-B918-4420-A459-561387150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768350"/>
              <a:ext cx="184150" cy="185737"/>
            </a:xfrm>
            <a:custGeom>
              <a:avLst/>
              <a:gdLst>
                <a:gd name="T0" fmla="*/ 10 w 116"/>
                <a:gd name="T1" fmla="*/ 0 h 117"/>
                <a:gd name="T2" fmla="*/ 116 w 116"/>
                <a:gd name="T3" fmla="*/ 105 h 117"/>
                <a:gd name="T4" fmla="*/ 104 w 116"/>
                <a:gd name="T5" fmla="*/ 117 h 117"/>
                <a:gd name="T6" fmla="*/ 0 w 116"/>
                <a:gd name="T7" fmla="*/ 11 h 117"/>
                <a:gd name="T8" fmla="*/ 10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" y="0"/>
                  </a:moveTo>
                  <a:lnTo>
                    <a:pt x="116" y="105"/>
                  </a:lnTo>
                  <a:lnTo>
                    <a:pt x="104" y="117"/>
                  </a:lnTo>
                  <a:lnTo>
                    <a:pt x="0" y="11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Rectangle 117">
              <a:extLst>
                <a:ext uri="{FF2B5EF4-FFF2-40B4-BE49-F238E27FC236}">
                  <a16:creationId xmlns:a16="http://schemas.microsoft.com/office/drawing/2014/main" xmlns="" id="{AADC5436-87CD-48D8-ACF7-3E0F37A16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13" y="752475"/>
              <a:ext cx="38100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18">
              <a:extLst>
                <a:ext uri="{FF2B5EF4-FFF2-40B4-BE49-F238E27FC236}">
                  <a16:creationId xmlns:a16="http://schemas.microsoft.com/office/drawing/2014/main" xmlns="" id="{4D0E9D2F-48DC-48D3-8FE4-07713550F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725" y="768350"/>
              <a:ext cx="188913" cy="185737"/>
            </a:xfrm>
            <a:custGeom>
              <a:avLst/>
              <a:gdLst>
                <a:gd name="T0" fmla="*/ 0 w 119"/>
                <a:gd name="T1" fmla="*/ 105 h 117"/>
                <a:gd name="T2" fmla="*/ 107 w 119"/>
                <a:gd name="T3" fmla="*/ 0 h 117"/>
                <a:gd name="T4" fmla="*/ 119 w 119"/>
                <a:gd name="T5" fmla="*/ 11 h 117"/>
                <a:gd name="T6" fmla="*/ 12 w 119"/>
                <a:gd name="T7" fmla="*/ 117 h 117"/>
                <a:gd name="T8" fmla="*/ 0 w 119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7">
                  <a:moveTo>
                    <a:pt x="0" y="105"/>
                  </a:moveTo>
                  <a:lnTo>
                    <a:pt x="107" y="0"/>
                  </a:lnTo>
                  <a:lnTo>
                    <a:pt x="119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19">
              <a:extLst>
                <a:ext uri="{FF2B5EF4-FFF2-40B4-BE49-F238E27FC236}">
                  <a16:creationId xmlns:a16="http://schemas.microsoft.com/office/drawing/2014/main" xmlns="" id="{A472EDF8-7731-48DE-935E-DE77A1DE8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725" y="768350"/>
              <a:ext cx="188913" cy="185737"/>
            </a:xfrm>
            <a:custGeom>
              <a:avLst/>
              <a:gdLst>
                <a:gd name="T0" fmla="*/ 12 w 119"/>
                <a:gd name="T1" fmla="*/ 0 h 117"/>
                <a:gd name="T2" fmla="*/ 119 w 119"/>
                <a:gd name="T3" fmla="*/ 105 h 117"/>
                <a:gd name="T4" fmla="*/ 107 w 119"/>
                <a:gd name="T5" fmla="*/ 117 h 117"/>
                <a:gd name="T6" fmla="*/ 0 w 119"/>
                <a:gd name="T7" fmla="*/ 11 h 117"/>
                <a:gd name="T8" fmla="*/ 12 w 11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7">
                  <a:moveTo>
                    <a:pt x="12" y="0"/>
                  </a:moveTo>
                  <a:lnTo>
                    <a:pt x="119" y="105"/>
                  </a:lnTo>
                  <a:lnTo>
                    <a:pt x="107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Rectangle 120">
              <a:extLst>
                <a:ext uri="{FF2B5EF4-FFF2-40B4-BE49-F238E27FC236}">
                  <a16:creationId xmlns:a16="http://schemas.microsoft.com/office/drawing/2014/main" xmlns="" id="{3A8ADDFA-5CBA-4993-969B-B1CE9ED62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200" y="752475"/>
              <a:ext cx="34925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21">
              <a:extLst>
                <a:ext uri="{FF2B5EF4-FFF2-40B4-BE49-F238E27FC236}">
                  <a16:creationId xmlns:a16="http://schemas.microsoft.com/office/drawing/2014/main" xmlns="" id="{D1C253EF-87ED-4D24-9DC3-88D4215B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100" y="768350"/>
              <a:ext cx="184150" cy="185737"/>
            </a:xfrm>
            <a:custGeom>
              <a:avLst/>
              <a:gdLst>
                <a:gd name="T0" fmla="*/ 0 w 116"/>
                <a:gd name="T1" fmla="*/ 105 h 117"/>
                <a:gd name="T2" fmla="*/ 106 w 116"/>
                <a:gd name="T3" fmla="*/ 0 h 117"/>
                <a:gd name="T4" fmla="*/ 116 w 116"/>
                <a:gd name="T5" fmla="*/ 11 h 117"/>
                <a:gd name="T6" fmla="*/ 12 w 116"/>
                <a:gd name="T7" fmla="*/ 117 h 117"/>
                <a:gd name="T8" fmla="*/ 0 w 116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0" y="105"/>
                  </a:moveTo>
                  <a:lnTo>
                    <a:pt x="106" y="0"/>
                  </a:lnTo>
                  <a:lnTo>
                    <a:pt x="116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22">
              <a:extLst>
                <a:ext uri="{FF2B5EF4-FFF2-40B4-BE49-F238E27FC236}">
                  <a16:creationId xmlns:a16="http://schemas.microsoft.com/office/drawing/2014/main" xmlns="" id="{062AEF8F-7618-4714-B045-047397A16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100" y="768350"/>
              <a:ext cx="184150" cy="185737"/>
            </a:xfrm>
            <a:custGeom>
              <a:avLst/>
              <a:gdLst>
                <a:gd name="T0" fmla="*/ 12 w 116"/>
                <a:gd name="T1" fmla="*/ 0 h 117"/>
                <a:gd name="T2" fmla="*/ 116 w 116"/>
                <a:gd name="T3" fmla="*/ 105 h 117"/>
                <a:gd name="T4" fmla="*/ 106 w 116"/>
                <a:gd name="T5" fmla="*/ 117 h 117"/>
                <a:gd name="T6" fmla="*/ 0 w 116"/>
                <a:gd name="T7" fmla="*/ 11 h 117"/>
                <a:gd name="T8" fmla="*/ 12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2" y="0"/>
                  </a:moveTo>
                  <a:lnTo>
                    <a:pt x="116" y="105"/>
                  </a:lnTo>
                  <a:lnTo>
                    <a:pt x="106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Rectangle 123">
              <a:extLst>
                <a:ext uri="{FF2B5EF4-FFF2-40B4-BE49-F238E27FC236}">
                  <a16:creationId xmlns:a16="http://schemas.microsoft.com/office/drawing/2014/main" xmlns="" id="{542FD34D-2296-4664-B4FE-5BB075772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5" y="2192338"/>
              <a:ext cx="736600" cy="242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Rectangle 124">
              <a:extLst>
                <a:ext uri="{FF2B5EF4-FFF2-40B4-BE49-F238E27FC236}">
                  <a16:creationId xmlns:a16="http://schemas.microsoft.com/office/drawing/2014/main" xmlns="" id="{26A8FEB6-3DAC-421A-BC90-006925DFF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695325"/>
              <a:ext cx="206375" cy="676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25">
              <a:extLst>
                <a:ext uri="{FF2B5EF4-FFF2-40B4-BE49-F238E27FC236}">
                  <a16:creationId xmlns:a16="http://schemas.microsoft.com/office/drawing/2014/main" xmlns="" id="{B6774275-A9EC-4A04-AE53-8A95FC522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" y="4430713"/>
              <a:ext cx="1154113" cy="207962"/>
            </a:xfrm>
            <a:custGeom>
              <a:avLst/>
              <a:gdLst>
                <a:gd name="T0" fmla="*/ 362 w 362"/>
                <a:gd name="T1" fmla="*/ 31 h 65"/>
                <a:gd name="T2" fmla="*/ 362 w 362"/>
                <a:gd name="T3" fmla="*/ 65 h 65"/>
                <a:gd name="T4" fmla="*/ 0 w 362"/>
                <a:gd name="T5" fmla="*/ 65 h 65"/>
                <a:gd name="T6" fmla="*/ 0 w 362"/>
                <a:gd name="T7" fmla="*/ 31 h 65"/>
                <a:gd name="T8" fmla="*/ 30 w 362"/>
                <a:gd name="T9" fmla="*/ 0 h 65"/>
                <a:gd name="T10" fmla="*/ 332 w 362"/>
                <a:gd name="T11" fmla="*/ 0 h 65"/>
                <a:gd name="T12" fmla="*/ 362 w 362"/>
                <a:gd name="T13" fmla="*/ 3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65">
                  <a:moveTo>
                    <a:pt x="362" y="31"/>
                  </a:moveTo>
                  <a:cubicBezTo>
                    <a:pt x="362" y="65"/>
                    <a:pt x="362" y="65"/>
                    <a:pt x="362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32" y="0"/>
                    <a:pt x="332" y="0"/>
                    <a:pt x="332" y="0"/>
                  </a:cubicBezTo>
                  <a:cubicBezTo>
                    <a:pt x="349" y="0"/>
                    <a:pt x="362" y="14"/>
                    <a:pt x="36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xmlns="" id="{29B7AB3E-6B5F-42B3-9E57-8633EC06F9E0}"/>
              </a:ext>
            </a:extLst>
          </p:cNvPr>
          <p:cNvSpPr/>
          <p:nvPr userDrawn="1"/>
        </p:nvSpPr>
        <p:spPr>
          <a:xfrm>
            <a:off x="272952" y="287255"/>
            <a:ext cx="368489" cy="7242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xmlns="" id="{CAF7A862-2343-40B9-BBA2-62AB9F6250A3}"/>
              </a:ext>
            </a:extLst>
          </p:cNvPr>
          <p:cNvSpPr/>
          <p:nvPr userDrawn="1"/>
        </p:nvSpPr>
        <p:spPr>
          <a:xfrm>
            <a:off x="-4" y="287254"/>
            <a:ext cx="191071" cy="7242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8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4042BDB-2F8A-4632-BB44-DDEED52675C4}"/>
              </a:ext>
            </a:extLst>
          </p:cNvPr>
          <p:cNvSpPr/>
          <p:nvPr userDrawn="1"/>
        </p:nvSpPr>
        <p:spPr>
          <a:xfrm>
            <a:off x="5255664" y="3153398"/>
            <a:ext cx="6355221" cy="3246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CA8D69A-BFC2-4B10-BE3B-DDECB81DE89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88679" y="458495"/>
            <a:ext cx="9358626" cy="5369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179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DBCEFD9-B163-48A4-AE71-5462FF7934D4}"/>
              </a:ext>
            </a:extLst>
          </p:cNvPr>
          <p:cNvSpPr/>
          <p:nvPr userDrawn="1"/>
        </p:nvSpPr>
        <p:spPr>
          <a:xfrm>
            <a:off x="-1" y="828942"/>
            <a:ext cx="4862557" cy="1663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CA8D69A-BFC2-4B10-BE3B-DDECB81DE89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03221" y="-3827"/>
            <a:ext cx="2666667" cy="5369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xmlns="" id="{31CC093B-6E45-4870-AFC9-7DA7E6943FEA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774835" y="1488113"/>
            <a:ext cx="2666667" cy="5369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5830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7893592F-B858-4F5A-87CA-4EFF78535447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183602"/>
            <a:ext cx="3512321" cy="5470055"/>
          </a:xfrm>
          <a:custGeom>
            <a:avLst/>
            <a:gdLst>
              <a:gd name="connsiteX0" fmla="*/ 0 w 2828662"/>
              <a:gd name="connsiteY0" fmla="*/ 0 h 4405331"/>
              <a:gd name="connsiteX1" fmla="*/ 2828662 w 2828662"/>
              <a:gd name="connsiteY1" fmla="*/ 2202666 h 4405331"/>
              <a:gd name="connsiteX2" fmla="*/ 0 w 2828662"/>
              <a:gd name="connsiteY2" fmla="*/ 4405331 h 440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8662" h="4405331">
                <a:moveTo>
                  <a:pt x="0" y="0"/>
                </a:moveTo>
                <a:lnTo>
                  <a:pt x="2828662" y="2202666"/>
                </a:lnTo>
                <a:lnTo>
                  <a:pt x="0" y="44053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F2B7F1F1-7576-43C8-8B02-8D9D6595C6B6}"/>
              </a:ext>
            </a:extLst>
          </p:cNvPr>
          <p:cNvSpPr/>
          <p:nvPr userDrawn="1"/>
        </p:nvSpPr>
        <p:spPr>
          <a:xfrm rot="2283856">
            <a:off x="-1145000" y="3273775"/>
            <a:ext cx="9041918" cy="507660"/>
          </a:xfrm>
          <a:custGeom>
            <a:avLst/>
            <a:gdLst>
              <a:gd name="connsiteX0" fmla="*/ 0 w 8508719"/>
              <a:gd name="connsiteY0" fmla="*/ 0 h 507660"/>
              <a:gd name="connsiteX1" fmla="*/ 8508719 w 8508719"/>
              <a:gd name="connsiteY1" fmla="*/ 0 h 507660"/>
              <a:gd name="connsiteX2" fmla="*/ 8382750 w 8508719"/>
              <a:gd name="connsiteY2" fmla="*/ 507660 h 507660"/>
              <a:gd name="connsiteX3" fmla="*/ 397545 w 8508719"/>
              <a:gd name="connsiteY3" fmla="*/ 507660 h 5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8719" h="507660">
                <a:moveTo>
                  <a:pt x="0" y="0"/>
                </a:moveTo>
                <a:lnTo>
                  <a:pt x="8508719" y="0"/>
                </a:lnTo>
                <a:lnTo>
                  <a:pt x="8382750" y="507660"/>
                </a:lnTo>
                <a:lnTo>
                  <a:pt x="397545" y="50766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0D8039C2-E1B0-4E55-85AC-2B71B79D8AE6}"/>
              </a:ext>
            </a:extLst>
          </p:cNvPr>
          <p:cNvSpPr/>
          <p:nvPr userDrawn="1"/>
        </p:nvSpPr>
        <p:spPr>
          <a:xfrm rot="19320000">
            <a:off x="6359981" y="2723208"/>
            <a:ext cx="7218431" cy="2018306"/>
          </a:xfrm>
          <a:custGeom>
            <a:avLst/>
            <a:gdLst>
              <a:gd name="connsiteX0" fmla="*/ 7218431 w 7218431"/>
              <a:gd name="connsiteY0" fmla="*/ 0 h 2018306"/>
              <a:gd name="connsiteX1" fmla="*/ 5641558 w 7218431"/>
              <a:gd name="connsiteY1" fmla="*/ 2018306 h 2018306"/>
              <a:gd name="connsiteX2" fmla="*/ 0 w 7218431"/>
              <a:gd name="connsiteY2" fmla="*/ 2018306 h 2018306"/>
              <a:gd name="connsiteX3" fmla="*/ 0 w 7218431"/>
              <a:gd name="connsiteY3" fmla="*/ 0 h 2018306"/>
              <a:gd name="connsiteX0" fmla="*/ 7218431 w 7218431"/>
              <a:gd name="connsiteY0" fmla="*/ 0 h 2018306"/>
              <a:gd name="connsiteX1" fmla="*/ 5641558 w 7218431"/>
              <a:gd name="connsiteY1" fmla="*/ 2018306 h 2018306"/>
              <a:gd name="connsiteX2" fmla="*/ 133423 w 7218431"/>
              <a:gd name="connsiteY2" fmla="*/ 2014099 h 2018306"/>
              <a:gd name="connsiteX3" fmla="*/ 0 w 7218431"/>
              <a:gd name="connsiteY3" fmla="*/ 0 h 2018306"/>
              <a:gd name="connsiteX4" fmla="*/ 7218431 w 7218431"/>
              <a:gd name="connsiteY4" fmla="*/ 0 h 2018306"/>
              <a:gd name="connsiteX0" fmla="*/ 7218431 w 7218431"/>
              <a:gd name="connsiteY0" fmla="*/ 0 h 2018306"/>
              <a:gd name="connsiteX1" fmla="*/ 5641558 w 7218431"/>
              <a:gd name="connsiteY1" fmla="*/ 2018306 h 2018306"/>
              <a:gd name="connsiteX2" fmla="*/ 131951 w 7218431"/>
              <a:gd name="connsiteY2" fmla="*/ 2002104 h 2018306"/>
              <a:gd name="connsiteX3" fmla="*/ 0 w 7218431"/>
              <a:gd name="connsiteY3" fmla="*/ 0 h 2018306"/>
              <a:gd name="connsiteX4" fmla="*/ 7218431 w 7218431"/>
              <a:gd name="connsiteY4" fmla="*/ 0 h 201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8431" h="2018306">
                <a:moveTo>
                  <a:pt x="7218431" y="0"/>
                </a:moveTo>
                <a:lnTo>
                  <a:pt x="5641558" y="2018306"/>
                </a:lnTo>
                <a:lnTo>
                  <a:pt x="131951" y="2002104"/>
                </a:lnTo>
                <a:lnTo>
                  <a:pt x="0" y="0"/>
                </a:lnTo>
                <a:lnTo>
                  <a:pt x="7218431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ACC73BDD-47B2-4716-B34E-A2A208CF0460}"/>
              </a:ext>
            </a:extLst>
          </p:cNvPr>
          <p:cNvSpPr/>
          <p:nvPr userDrawn="1"/>
        </p:nvSpPr>
        <p:spPr>
          <a:xfrm rot="2283856">
            <a:off x="-1281243" y="3125602"/>
            <a:ext cx="10430561" cy="457200"/>
          </a:xfrm>
          <a:custGeom>
            <a:avLst/>
            <a:gdLst>
              <a:gd name="connsiteX0" fmla="*/ 0 w 9464629"/>
              <a:gd name="connsiteY0" fmla="*/ 0 h 457200"/>
              <a:gd name="connsiteX1" fmla="*/ 9464629 w 9464629"/>
              <a:gd name="connsiteY1" fmla="*/ 0 h 457200"/>
              <a:gd name="connsiteX2" fmla="*/ 9464629 w 9464629"/>
              <a:gd name="connsiteY2" fmla="*/ 19238 h 457200"/>
              <a:gd name="connsiteX3" fmla="*/ 9355955 w 9464629"/>
              <a:gd name="connsiteY3" fmla="*/ 457200 h 457200"/>
              <a:gd name="connsiteX4" fmla="*/ 358030 w 9464629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4629" h="457200">
                <a:moveTo>
                  <a:pt x="0" y="0"/>
                </a:moveTo>
                <a:lnTo>
                  <a:pt x="9464629" y="0"/>
                </a:lnTo>
                <a:lnTo>
                  <a:pt x="9464629" y="19238"/>
                </a:lnTo>
                <a:lnTo>
                  <a:pt x="9355955" y="457200"/>
                </a:lnTo>
                <a:lnTo>
                  <a:pt x="358030" y="4572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CA8D69A-BFC2-4B10-BE3B-DDECB81DE89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-1" y="0"/>
            <a:ext cx="12209257" cy="5122817"/>
          </a:xfrm>
          <a:custGeom>
            <a:avLst/>
            <a:gdLst>
              <a:gd name="connsiteX0" fmla="*/ 0 w 13115109"/>
              <a:gd name="connsiteY0" fmla="*/ 5122817 h 10245634"/>
              <a:gd name="connsiteX1" fmla="*/ 6557555 w 13115109"/>
              <a:gd name="connsiteY1" fmla="*/ 0 h 10245634"/>
              <a:gd name="connsiteX2" fmla="*/ 13115109 w 13115109"/>
              <a:gd name="connsiteY2" fmla="*/ 5122817 h 10245634"/>
              <a:gd name="connsiteX3" fmla="*/ 6557555 w 13115109"/>
              <a:gd name="connsiteY3" fmla="*/ 10245634 h 10245634"/>
              <a:gd name="connsiteX4" fmla="*/ 0 w 13115109"/>
              <a:gd name="connsiteY4" fmla="*/ 5122817 h 10245634"/>
              <a:gd name="connsiteX0" fmla="*/ 0 w 13115109"/>
              <a:gd name="connsiteY0" fmla="*/ 5122817 h 10245634"/>
              <a:gd name="connsiteX1" fmla="*/ 6557555 w 13115109"/>
              <a:gd name="connsiteY1" fmla="*/ 0 h 10245634"/>
              <a:gd name="connsiteX2" fmla="*/ 13115109 w 13115109"/>
              <a:gd name="connsiteY2" fmla="*/ 5122817 h 10245634"/>
              <a:gd name="connsiteX3" fmla="*/ 12187881 w 13115109"/>
              <a:gd name="connsiteY3" fmla="*/ 5839509 h 10245634"/>
              <a:gd name="connsiteX4" fmla="*/ 6557555 w 13115109"/>
              <a:gd name="connsiteY4" fmla="*/ 10245634 h 10245634"/>
              <a:gd name="connsiteX5" fmla="*/ 0 w 13115109"/>
              <a:gd name="connsiteY5" fmla="*/ 5122817 h 10245634"/>
              <a:gd name="connsiteX0" fmla="*/ 0 w 13115109"/>
              <a:gd name="connsiteY0" fmla="*/ 5196957 h 10319774"/>
              <a:gd name="connsiteX1" fmla="*/ 6483415 w 13115109"/>
              <a:gd name="connsiteY1" fmla="*/ 0 h 10319774"/>
              <a:gd name="connsiteX2" fmla="*/ 13115109 w 13115109"/>
              <a:gd name="connsiteY2" fmla="*/ 5196957 h 10319774"/>
              <a:gd name="connsiteX3" fmla="*/ 12187881 w 13115109"/>
              <a:gd name="connsiteY3" fmla="*/ 5913649 h 10319774"/>
              <a:gd name="connsiteX4" fmla="*/ 6557555 w 13115109"/>
              <a:gd name="connsiteY4" fmla="*/ 10319774 h 10319774"/>
              <a:gd name="connsiteX5" fmla="*/ 0 w 13115109"/>
              <a:gd name="connsiteY5" fmla="*/ 5196957 h 10319774"/>
              <a:gd name="connsiteX0" fmla="*/ 0 w 13115109"/>
              <a:gd name="connsiteY0" fmla="*/ 0 h 5122817"/>
              <a:gd name="connsiteX1" fmla="*/ 13115109 w 13115109"/>
              <a:gd name="connsiteY1" fmla="*/ 0 h 5122817"/>
              <a:gd name="connsiteX2" fmla="*/ 12187881 w 13115109"/>
              <a:gd name="connsiteY2" fmla="*/ 716692 h 5122817"/>
              <a:gd name="connsiteX3" fmla="*/ 6557555 w 13115109"/>
              <a:gd name="connsiteY3" fmla="*/ 5122817 h 5122817"/>
              <a:gd name="connsiteX4" fmla="*/ 0 w 13115109"/>
              <a:gd name="connsiteY4" fmla="*/ 0 h 5122817"/>
              <a:gd name="connsiteX0" fmla="*/ 0 w 12200709"/>
              <a:gd name="connsiteY0" fmla="*/ 0 h 5122817"/>
              <a:gd name="connsiteX1" fmla="*/ 12200709 w 12200709"/>
              <a:gd name="connsiteY1" fmla="*/ 42729 h 5122817"/>
              <a:gd name="connsiteX2" fmla="*/ 12187881 w 12200709"/>
              <a:gd name="connsiteY2" fmla="*/ 716692 h 5122817"/>
              <a:gd name="connsiteX3" fmla="*/ 6557555 w 12200709"/>
              <a:gd name="connsiteY3" fmla="*/ 5122817 h 5122817"/>
              <a:gd name="connsiteX4" fmla="*/ 0 w 12200709"/>
              <a:gd name="connsiteY4" fmla="*/ 0 h 5122817"/>
              <a:gd name="connsiteX0" fmla="*/ 0 w 12192164"/>
              <a:gd name="connsiteY0" fmla="*/ 17092 h 5139909"/>
              <a:gd name="connsiteX1" fmla="*/ 12192164 w 12192164"/>
              <a:gd name="connsiteY1" fmla="*/ 0 h 5139909"/>
              <a:gd name="connsiteX2" fmla="*/ 12187881 w 12192164"/>
              <a:gd name="connsiteY2" fmla="*/ 733784 h 5139909"/>
              <a:gd name="connsiteX3" fmla="*/ 6557555 w 12192164"/>
              <a:gd name="connsiteY3" fmla="*/ 5139909 h 5139909"/>
              <a:gd name="connsiteX4" fmla="*/ 0 w 12192164"/>
              <a:gd name="connsiteY4" fmla="*/ 17092 h 5139909"/>
              <a:gd name="connsiteX0" fmla="*/ 0 w 12188071"/>
              <a:gd name="connsiteY0" fmla="*/ 0 h 5122817"/>
              <a:gd name="connsiteX1" fmla="*/ 12183619 w 12188071"/>
              <a:gd name="connsiteY1" fmla="*/ 0 h 5122817"/>
              <a:gd name="connsiteX2" fmla="*/ 12187881 w 12188071"/>
              <a:gd name="connsiteY2" fmla="*/ 716692 h 5122817"/>
              <a:gd name="connsiteX3" fmla="*/ 6557555 w 12188071"/>
              <a:gd name="connsiteY3" fmla="*/ 5122817 h 5122817"/>
              <a:gd name="connsiteX4" fmla="*/ 0 w 12188071"/>
              <a:gd name="connsiteY4" fmla="*/ 0 h 5122817"/>
              <a:gd name="connsiteX0" fmla="*/ 0 w 12209257"/>
              <a:gd name="connsiteY0" fmla="*/ 0 h 5122817"/>
              <a:gd name="connsiteX1" fmla="*/ 12209257 w 12209257"/>
              <a:gd name="connsiteY1" fmla="*/ 0 h 5122817"/>
              <a:gd name="connsiteX2" fmla="*/ 12187881 w 12209257"/>
              <a:gd name="connsiteY2" fmla="*/ 716692 h 5122817"/>
              <a:gd name="connsiteX3" fmla="*/ 6557555 w 12209257"/>
              <a:gd name="connsiteY3" fmla="*/ 5122817 h 5122817"/>
              <a:gd name="connsiteX4" fmla="*/ 0 w 12209257"/>
              <a:gd name="connsiteY4" fmla="*/ 0 h 512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9257" h="5122817">
                <a:moveTo>
                  <a:pt x="0" y="0"/>
                </a:moveTo>
                <a:lnTo>
                  <a:pt x="12209257" y="0"/>
                </a:lnTo>
                <a:cubicBezTo>
                  <a:pt x="12207829" y="244595"/>
                  <a:pt x="12189309" y="472097"/>
                  <a:pt x="12187881" y="716692"/>
                </a:cubicBezTo>
                <a:lnTo>
                  <a:pt x="6557555" y="51228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6184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B31F48C-B68C-4AA3-A327-D4E232CCC4D2}"/>
              </a:ext>
            </a:extLst>
          </p:cNvPr>
          <p:cNvSpPr/>
          <p:nvPr userDrawn="1"/>
        </p:nvSpPr>
        <p:spPr>
          <a:xfrm>
            <a:off x="7570177" y="551723"/>
            <a:ext cx="3436232" cy="5152744"/>
          </a:xfrm>
          <a:prstGeom prst="rect">
            <a:avLst/>
          </a:prstGeom>
          <a:noFill/>
          <a:ln w="889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xmlns="" id="{B87D57F6-B3F3-4B57-BA8C-5AE6983ACFC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972300" y="1144427"/>
            <a:ext cx="3436232" cy="515274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9751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xmlns="" id="{1DBA1EF6-0120-4FD9-94E5-779BB393F89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5691" y="1825115"/>
            <a:ext cx="2269640" cy="2736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xmlns="" id="{CC104F0A-ED0B-4B03-BB73-35F8EF9C879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615156" y="1825115"/>
            <a:ext cx="2269640" cy="2736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xmlns="" id="{3D72AD60-8A2A-4487-9377-E72F5DAF9591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324621" y="1825115"/>
            <a:ext cx="2269640" cy="2736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5BC6D7C-2CF0-49D1-A2B8-C1EFBA0121D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034358" y="1825115"/>
            <a:ext cx="2269640" cy="2736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7E2B474-D042-4F01-B278-52778C725B39}"/>
              </a:ext>
            </a:extLst>
          </p:cNvPr>
          <p:cNvSpPr/>
          <p:nvPr userDrawn="1"/>
        </p:nvSpPr>
        <p:spPr>
          <a:xfrm>
            <a:off x="905691" y="4561418"/>
            <a:ext cx="2269892" cy="160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FB75FD73-E0B7-46DB-A8A2-DB3BEABFDC72}"/>
              </a:ext>
            </a:extLst>
          </p:cNvPr>
          <p:cNvSpPr/>
          <p:nvPr userDrawn="1"/>
        </p:nvSpPr>
        <p:spPr>
          <a:xfrm>
            <a:off x="3615176" y="4561418"/>
            <a:ext cx="2269892" cy="160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1CD9A03F-A307-424B-822C-11AE6E934AEA}"/>
              </a:ext>
            </a:extLst>
          </p:cNvPr>
          <p:cNvSpPr/>
          <p:nvPr userDrawn="1"/>
        </p:nvSpPr>
        <p:spPr>
          <a:xfrm>
            <a:off x="6324642" y="4561418"/>
            <a:ext cx="2269892" cy="160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FBD4969-EFAC-4D12-9E84-0A6976D2641B}"/>
              </a:ext>
            </a:extLst>
          </p:cNvPr>
          <p:cNvSpPr/>
          <p:nvPr userDrawn="1"/>
        </p:nvSpPr>
        <p:spPr>
          <a:xfrm>
            <a:off x="9034106" y="4561418"/>
            <a:ext cx="2269892" cy="160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xmlns="" id="{4ECE345D-A446-47CA-92D2-945255192249}"/>
              </a:ext>
            </a:extLst>
          </p:cNvPr>
          <p:cNvSpPr/>
          <p:nvPr userDrawn="1"/>
        </p:nvSpPr>
        <p:spPr>
          <a:xfrm>
            <a:off x="905691" y="4561418"/>
            <a:ext cx="226989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xmlns="" id="{1F8A95E2-762C-4F80-A59C-0186AD9AB293}"/>
              </a:ext>
            </a:extLst>
          </p:cNvPr>
          <p:cNvSpPr/>
          <p:nvPr userDrawn="1"/>
        </p:nvSpPr>
        <p:spPr>
          <a:xfrm>
            <a:off x="3615176" y="4561418"/>
            <a:ext cx="226989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xmlns="" id="{8EC859B7-B374-4919-872B-1599240455F5}"/>
              </a:ext>
            </a:extLst>
          </p:cNvPr>
          <p:cNvSpPr/>
          <p:nvPr userDrawn="1"/>
        </p:nvSpPr>
        <p:spPr>
          <a:xfrm>
            <a:off x="6324642" y="4561418"/>
            <a:ext cx="226989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xmlns="" id="{6A9C259D-41E4-4701-AC62-7C25AC824137}"/>
              </a:ext>
            </a:extLst>
          </p:cNvPr>
          <p:cNvSpPr/>
          <p:nvPr userDrawn="1"/>
        </p:nvSpPr>
        <p:spPr>
          <a:xfrm>
            <a:off x="9034106" y="4561418"/>
            <a:ext cx="226989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1311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08775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37" r:id="rId2"/>
    <p:sldLayoutId id="2147483738" r:id="rId3"/>
    <p:sldLayoutId id="2147483740" r:id="rId4"/>
    <p:sldLayoutId id="2147483743" r:id="rId5"/>
    <p:sldLayoutId id="2147483739" r:id="rId6"/>
    <p:sldLayoutId id="2147483741" r:id="rId7"/>
    <p:sldLayoutId id="2147483742" r:id="rId8"/>
    <p:sldLayoutId id="2147483655" r:id="rId9"/>
    <p:sldLayoutId id="2147483736" r:id="rId10"/>
    <p:sldLayoutId id="2147483747" r:id="rId11"/>
    <p:sldLayoutId id="2147483750" r:id="rId12"/>
    <p:sldLayoutId id="2147483746" r:id="rId13"/>
    <p:sldLayoutId id="2147483745" r:id="rId14"/>
    <p:sldLayoutId id="2147483744" r:id="rId15"/>
    <p:sldLayoutId id="2147483735" r:id="rId16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4" r:id="rId2"/>
    <p:sldLayoutId id="2147483656" r:id="rId3"/>
    <p:sldLayoutId id="2147483687" r:id="rId4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xmlns="" id="{D26F5B22-F290-42E8-A061-2532E3CA4EC3}"/>
              </a:ext>
            </a:extLst>
          </p:cNvPr>
          <p:cNvSpPr>
            <a:spLocks/>
          </p:cNvSpPr>
          <p:nvPr/>
        </p:nvSpPr>
        <p:spPr bwMode="auto">
          <a:xfrm>
            <a:off x="-148" y="3617019"/>
            <a:ext cx="12192148" cy="3240980"/>
          </a:xfrm>
          <a:custGeom>
            <a:avLst/>
            <a:gdLst>
              <a:gd name="connsiteX0" fmla="*/ 5307865 w 12192148"/>
              <a:gd name="connsiteY0" fmla="*/ 0 h 3240980"/>
              <a:gd name="connsiteX1" fmla="*/ 5817217 w 12192148"/>
              <a:gd name="connsiteY1" fmla="*/ 0 h 3240980"/>
              <a:gd name="connsiteX2" fmla="*/ 5817217 w 12192148"/>
              <a:gd name="connsiteY2" fmla="*/ 697113 h 3240980"/>
              <a:gd name="connsiteX3" fmla="*/ 6190042 w 12192148"/>
              <a:gd name="connsiteY3" fmla="*/ 697113 h 3240980"/>
              <a:gd name="connsiteX4" fmla="*/ 6190042 w 12192148"/>
              <a:gd name="connsiteY4" fmla="*/ 1325570 h 3240980"/>
              <a:gd name="connsiteX5" fmla="*/ 6489353 w 12192148"/>
              <a:gd name="connsiteY5" fmla="*/ 1325570 h 3240980"/>
              <a:gd name="connsiteX6" fmla="*/ 6489353 w 12192148"/>
              <a:gd name="connsiteY6" fmla="*/ 1114324 h 3240980"/>
              <a:gd name="connsiteX7" fmla="*/ 6898935 w 12192148"/>
              <a:gd name="connsiteY7" fmla="*/ 1114324 h 3240980"/>
              <a:gd name="connsiteX8" fmla="*/ 6898935 w 12192148"/>
              <a:gd name="connsiteY8" fmla="*/ 348556 h 3240980"/>
              <a:gd name="connsiteX9" fmla="*/ 7219249 w 12192148"/>
              <a:gd name="connsiteY9" fmla="*/ 348556 h 3240980"/>
              <a:gd name="connsiteX10" fmla="*/ 7219249 w 12192148"/>
              <a:gd name="connsiteY10" fmla="*/ 1093199 h 3240980"/>
              <a:gd name="connsiteX11" fmla="*/ 7413539 w 12192148"/>
              <a:gd name="connsiteY11" fmla="*/ 1093199 h 3240980"/>
              <a:gd name="connsiteX12" fmla="*/ 7413539 w 12192148"/>
              <a:gd name="connsiteY12" fmla="*/ 517553 h 3240980"/>
              <a:gd name="connsiteX13" fmla="*/ 7875631 w 12192148"/>
              <a:gd name="connsiteY13" fmla="*/ 517553 h 3240980"/>
              <a:gd name="connsiteX14" fmla="*/ 7875631 w 12192148"/>
              <a:gd name="connsiteY14" fmla="*/ 1103761 h 3240980"/>
              <a:gd name="connsiteX15" fmla="*/ 8342975 w 12192148"/>
              <a:gd name="connsiteY15" fmla="*/ 1103761 h 3240980"/>
              <a:gd name="connsiteX16" fmla="*/ 8342975 w 12192148"/>
              <a:gd name="connsiteY16" fmla="*/ 739362 h 3240980"/>
              <a:gd name="connsiteX17" fmla="*/ 8852328 w 12192148"/>
              <a:gd name="connsiteY17" fmla="*/ 739362 h 3240980"/>
              <a:gd name="connsiteX18" fmla="*/ 8852328 w 12192148"/>
              <a:gd name="connsiteY18" fmla="*/ 1093199 h 3240980"/>
              <a:gd name="connsiteX19" fmla="*/ 9240906 w 12192148"/>
              <a:gd name="connsiteY19" fmla="*/ 1093199 h 3240980"/>
              <a:gd name="connsiteX20" fmla="*/ 9240906 w 12192148"/>
              <a:gd name="connsiteY20" fmla="*/ 924202 h 3240980"/>
              <a:gd name="connsiteX21" fmla="*/ 9503459 w 12192148"/>
              <a:gd name="connsiteY21" fmla="*/ 929483 h 3240980"/>
              <a:gd name="connsiteX22" fmla="*/ 9503459 w 12192148"/>
              <a:gd name="connsiteY22" fmla="*/ 781611 h 3240980"/>
              <a:gd name="connsiteX23" fmla="*/ 9771263 w 12192148"/>
              <a:gd name="connsiteY23" fmla="*/ 781611 h 3240980"/>
              <a:gd name="connsiteX24" fmla="*/ 9771263 w 12192148"/>
              <a:gd name="connsiteY24" fmla="*/ 918921 h 3240980"/>
              <a:gd name="connsiteX25" fmla="*/ 10028565 w 12192148"/>
              <a:gd name="connsiteY25" fmla="*/ 918921 h 3240980"/>
              <a:gd name="connsiteX26" fmla="*/ 10028565 w 12192148"/>
              <a:gd name="connsiteY26" fmla="*/ 765768 h 3240980"/>
              <a:gd name="connsiteX27" fmla="*/ 10280615 w 12192148"/>
              <a:gd name="connsiteY27" fmla="*/ 771049 h 3240980"/>
              <a:gd name="connsiteX28" fmla="*/ 10280615 w 12192148"/>
              <a:gd name="connsiteY28" fmla="*/ 190122 h 3240980"/>
              <a:gd name="connsiteX29" fmla="*/ 10789968 w 12192148"/>
              <a:gd name="connsiteY29" fmla="*/ 190122 h 3240980"/>
              <a:gd name="connsiteX30" fmla="*/ 10789968 w 12192148"/>
              <a:gd name="connsiteY30" fmla="*/ 697113 h 3240980"/>
              <a:gd name="connsiteX31" fmla="*/ 11168044 w 12192148"/>
              <a:gd name="connsiteY31" fmla="*/ 697113 h 3240980"/>
              <a:gd name="connsiteX32" fmla="*/ 11168044 w 12192148"/>
              <a:gd name="connsiteY32" fmla="*/ 1621315 h 3240980"/>
              <a:gd name="connsiteX33" fmla="*/ 11467354 w 12192148"/>
              <a:gd name="connsiteY33" fmla="*/ 1621315 h 3240980"/>
              <a:gd name="connsiteX34" fmla="*/ 11467354 w 12192148"/>
              <a:gd name="connsiteY34" fmla="*/ 1114324 h 3240980"/>
              <a:gd name="connsiteX35" fmla="*/ 11871686 w 12192148"/>
              <a:gd name="connsiteY35" fmla="*/ 1114324 h 3240980"/>
              <a:gd name="connsiteX36" fmla="*/ 11871686 w 12192148"/>
              <a:gd name="connsiteY36" fmla="*/ 348556 h 3240980"/>
              <a:gd name="connsiteX37" fmla="*/ 12192000 w 12192148"/>
              <a:gd name="connsiteY37" fmla="*/ 348556 h 3240980"/>
              <a:gd name="connsiteX38" fmla="*/ 12192000 w 12192148"/>
              <a:gd name="connsiteY38" fmla="*/ 1754103 h 3240980"/>
              <a:gd name="connsiteX39" fmla="*/ 12192000 w 12192148"/>
              <a:gd name="connsiteY39" fmla="*/ 1896676 h 3240980"/>
              <a:gd name="connsiteX40" fmla="*/ 12192148 w 12192148"/>
              <a:gd name="connsiteY40" fmla="*/ 1896676 h 3240980"/>
              <a:gd name="connsiteX41" fmla="*/ 12192148 w 12192148"/>
              <a:gd name="connsiteY41" fmla="*/ 3240980 h 3240980"/>
              <a:gd name="connsiteX42" fmla="*/ 0 w 12192148"/>
              <a:gd name="connsiteY42" fmla="*/ 3240980 h 3240980"/>
              <a:gd name="connsiteX43" fmla="*/ 0 w 12192148"/>
              <a:gd name="connsiteY43" fmla="*/ 2054369 h 3240980"/>
              <a:gd name="connsiteX44" fmla="*/ 0 w 12192148"/>
              <a:gd name="connsiteY44" fmla="*/ 1896676 h 3240980"/>
              <a:gd name="connsiteX45" fmla="*/ 0 w 12192148"/>
              <a:gd name="connsiteY45" fmla="*/ 1573784 h 3240980"/>
              <a:gd name="connsiteX46" fmla="*/ 112847 w 12192148"/>
              <a:gd name="connsiteY46" fmla="*/ 1573784 h 3240980"/>
              <a:gd name="connsiteX47" fmla="*/ 293106 w 12192148"/>
              <a:gd name="connsiteY47" fmla="*/ 1573784 h 3240980"/>
              <a:gd name="connsiteX48" fmla="*/ 293106 w 12192148"/>
              <a:gd name="connsiteY48" fmla="*/ 411930 h 3240980"/>
              <a:gd name="connsiteX49" fmla="*/ 655428 w 12192148"/>
              <a:gd name="connsiteY49" fmla="*/ 411930 h 3240980"/>
              <a:gd name="connsiteX50" fmla="*/ 655428 w 12192148"/>
              <a:gd name="connsiteY50" fmla="*/ 1373100 h 3240980"/>
              <a:gd name="connsiteX51" fmla="*/ 791956 w 12192148"/>
              <a:gd name="connsiteY51" fmla="*/ 1188260 h 3240980"/>
              <a:gd name="connsiteX52" fmla="*/ 954739 w 12192148"/>
              <a:gd name="connsiteY52" fmla="*/ 1399506 h 3240980"/>
              <a:gd name="connsiteX53" fmla="*/ 1101768 w 12192148"/>
              <a:gd name="connsiteY53" fmla="*/ 1188260 h 3240980"/>
              <a:gd name="connsiteX54" fmla="*/ 1264551 w 12192148"/>
              <a:gd name="connsiteY54" fmla="*/ 1399506 h 3240980"/>
              <a:gd name="connsiteX55" fmla="*/ 1411580 w 12192148"/>
              <a:gd name="connsiteY55" fmla="*/ 1188260 h 3240980"/>
              <a:gd name="connsiteX56" fmla="*/ 1574363 w 12192148"/>
              <a:gd name="connsiteY56" fmla="*/ 1399506 h 3240980"/>
              <a:gd name="connsiteX57" fmla="*/ 1574363 w 12192148"/>
              <a:gd name="connsiteY57" fmla="*/ 1447036 h 3240980"/>
              <a:gd name="connsiteX58" fmla="*/ 1721393 w 12192148"/>
              <a:gd name="connsiteY58" fmla="*/ 1447036 h 3240980"/>
              <a:gd name="connsiteX59" fmla="*/ 1721393 w 12192148"/>
              <a:gd name="connsiteY59" fmla="*/ 1299164 h 3240980"/>
              <a:gd name="connsiteX60" fmla="*/ 1537606 w 12192148"/>
              <a:gd name="connsiteY60" fmla="*/ 1072074 h 3240980"/>
              <a:gd name="connsiteX61" fmla="*/ 1721393 w 12192148"/>
              <a:gd name="connsiteY61" fmla="*/ 844985 h 3240980"/>
              <a:gd name="connsiteX62" fmla="*/ 1721393 w 12192148"/>
              <a:gd name="connsiteY62" fmla="*/ 586208 h 3240980"/>
              <a:gd name="connsiteX63" fmla="*/ 1815912 w 12192148"/>
              <a:gd name="connsiteY63" fmla="*/ 586208 h 3240980"/>
              <a:gd name="connsiteX64" fmla="*/ 1815912 w 12192148"/>
              <a:gd name="connsiteY64" fmla="*/ 844985 h 3240980"/>
              <a:gd name="connsiteX65" fmla="*/ 1999699 w 12192148"/>
              <a:gd name="connsiteY65" fmla="*/ 1072074 h 3240980"/>
              <a:gd name="connsiteX66" fmla="*/ 1815912 w 12192148"/>
              <a:gd name="connsiteY66" fmla="*/ 1299164 h 3240980"/>
              <a:gd name="connsiteX67" fmla="*/ 1815912 w 12192148"/>
              <a:gd name="connsiteY67" fmla="*/ 1447036 h 3240980"/>
              <a:gd name="connsiteX68" fmla="*/ 1941937 w 12192148"/>
              <a:gd name="connsiteY68" fmla="*/ 1447036 h 3240980"/>
              <a:gd name="connsiteX69" fmla="*/ 1941937 w 12192148"/>
              <a:gd name="connsiteY69" fmla="*/ 1293883 h 3240980"/>
              <a:gd name="connsiteX70" fmla="*/ 2099469 w 12192148"/>
              <a:gd name="connsiteY70" fmla="*/ 1293883 h 3240980"/>
              <a:gd name="connsiteX71" fmla="*/ 2099469 w 12192148"/>
              <a:gd name="connsiteY71" fmla="*/ 1093199 h 3240980"/>
              <a:gd name="connsiteX72" fmla="*/ 2440788 w 12192148"/>
              <a:gd name="connsiteY72" fmla="*/ 1093199 h 3240980"/>
              <a:gd name="connsiteX73" fmla="*/ 2440788 w 12192148"/>
              <a:gd name="connsiteY73" fmla="*/ 517553 h 3240980"/>
              <a:gd name="connsiteX74" fmla="*/ 2897630 w 12192148"/>
              <a:gd name="connsiteY74" fmla="*/ 517553 h 3240980"/>
              <a:gd name="connsiteX75" fmla="*/ 2897630 w 12192148"/>
              <a:gd name="connsiteY75" fmla="*/ 1103761 h 3240980"/>
              <a:gd name="connsiteX76" fmla="*/ 3364974 w 12192148"/>
              <a:gd name="connsiteY76" fmla="*/ 1103761 h 3240980"/>
              <a:gd name="connsiteX77" fmla="*/ 3364974 w 12192148"/>
              <a:gd name="connsiteY77" fmla="*/ 739362 h 3240980"/>
              <a:gd name="connsiteX78" fmla="*/ 3879577 w 12192148"/>
              <a:gd name="connsiteY78" fmla="*/ 739362 h 3240980"/>
              <a:gd name="connsiteX79" fmla="*/ 3879577 w 12192148"/>
              <a:gd name="connsiteY79" fmla="*/ 1093199 h 3240980"/>
              <a:gd name="connsiteX80" fmla="*/ 4268156 w 12192148"/>
              <a:gd name="connsiteY80" fmla="*/ 1093199 h 3240980"/>
              <a:gd name="connsiteX81" fmla="*/ 4268156 w 12192148"/>
              <a:gd name="connsiteY81" fmla="*/ 924202 h 3240980"/>
              <a:gd name="connsiteX82" fmla="*/ 4530709 w 12192148"/>
              <a:gd name="connsiteY82" fmla="*/ 929483 h 3240980"/>
              <a:gd name="connsiteX83" fmla="*/ 4530709 w 12192148"/>
              <a:gd name="connsiteY83" fmla="*/ 781611 h 3240980"/>
              <a:gd name="connsiteX84" fmla="*/ 4798512 w 12192148"/>
              <a:gd name="connsiteY84" fmla="*/ 781611 h 3240980"/>
              <a:gd name="connsiteX85" fmla="*/ 4798512 w 12192148"/>
              <a:gd name="connsiteY85" fmla="*/ 918921 h 3240980"/>
              <a:gd name="connsiteX86" fmla="*/ 5055814 w 12192148"/>
              <a:gd name="connsiteY86" fmla="*/ 918921 h 3240980"/>
              <a:gd name="connsiteX87" fmla="*/ 5055814 w 12192148"/>
              <a:gd name="connsiteY87" fmla="*/ 765768 h 3240980"/>
              <a:gd name="connsiteX88" fmla="*/ 5307865 w 12192148"/>
              <a:gd name="connsiteY88" fmla="*/ 771049 h 3240980"/>
              <a:gd name="connsiteX89" fmla="*/ 5307865 w 12192148"/>
              <a:gd name="connsiteY89" fmla="*/ 0 h 324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148" h="3240980">
                <a:moveTo>
                  <a:pt x="5307865" y="0"/>
                </a:moveTo>
                <a:cubicBezTo>
                  <a:pt x="5307865" y="0"/>
                  <a:pt x="5307865" y="0"/>
                  <a:pt x="5817217" y="0"/>
                </a:cubicBezTo>
                <a:cubicBezTo>
                  <a:pt x="5817217" y="0"/>
                  <a:pt x="5817217" y="0"/>
                  <a:pt x="5817217" y="697113"/>
                </a:cubicBezTo>
                <a:cubicBezTo>
                  <a:pt x="5817217" y="697113"/>
                  <a:pt x="5817217" y="697113"/>
                  <a:pt x="6190042" y="697113"/>
                </a:cubicBezTo>
                <a:cubicBezTo>
                  <a:pt x="6190042" y="697113"/>
                  <a:pt x="6190042" y="697113"/>
                  <a:pt x="6190042" y="1325570"/>
                </a:cubicBezTo>
                <a:cubicBezTo>
                  <a:pt x="6190042" y="1325570"/>
                  <a:pt x="6190042" y="1325570"/>
                  <a:pt x="6489353" y="1325570"/>
                </a:cubicBezTo>
                <a:cubicBezTo>
                  <a:pt x="6489353" y="1325570"/>
                  <a:pt x="6489353" y="1325570"/>
                  <a:pt x="6489353" y="1114324"/>
                </a:cubicBezTo>
                <a:cubicBezTo>
                  <a:pt x="6489353" y="1114324"/>
                  <a:pt x="6489353" y="1114324"/>
                  <a:pt x="6898935" y="1114324"/>
                </a:cubicBezTo>
                <a:cubicBezTo>
                  <a:pt x="6898935" y="1114324"/>
                  <a:pt x="6898935" y="1114324"/>
                  <a:pt x="6898935" y="348556"/>
                </a:cubicBezTo>
                <a:cubicBezTo>
                  <a:pt x="6898935" y="348556"/>
                  <a:pt x="6898935" y="348556"/>
                  <a:pt x="7219249" y="348556"/>
                </a:cubicBezTo>
                <a:cubicBezTo>
                  <a:pt x="7219249" y="348556"/>
                  <a:pt x="7219249" y="348556"/>
                  <a:pt x="7219249" y="1093199"/>
                </a:cubicBezTo>
                <a:cubicBezTo>
                  <a:pt x="7219249" y="1093199"/>
                  <a:pt x="7219249" y="1093199"/>
                  <a:pt x="7413539" y="1093199"/>
                </a:cubicBezTo>
                <a:cubicBezTo>
                  <a:pt x="7413539" y="1093199"/>
                  <a:pt x="7413539" y="1093199"/>
                  <a:pt x="7413539" y="517553"/>
                </a:cubicBezTo>
                <a:cubicBezTo>
                  <a:pt x="7413539" y="517553"/>
                  <a:pt x="7413539" y="517553"/>
                  <a:pt x="7875631" y="517553"/>
                </a:cubicBezTo>
                <a:cubicBezTo>
                  <a:pt x="7875631" y="517553"/>
                  <a:pt x="7875631" y="517553"/>
                  <a:pt x="7875631" y="1103761"/>
                </a:cubicBezTo>
                <a:cubicBezTo>
                  <a:pt x="7875631" y="1103761"/>
                  <a:pt x="7875631" y="1103761"/>
                  <a:pt x="8342975" y="1103761"/>
                </a:cubicBezTo>
                <a:cubicBezTo>
                  <a:pt x="8342975" y="1103761"/>
                  <a:pt x="8342975" y="1103761"/>
                  <a:pt x="8342975" y="739362"/>
                </a:cubicBezTo>
                <a:cubicBezTo>
                  <a:pt x="8342975" y="739362"/>
                  <a:pt x="8342975" y="739362"/>
                  <a:pt x="8852328" y="739362"/>
                </a:cubicBezTo>
                <a:cubicBezTo>
                  <a:pt x="8852328" y="739362"/>
                  <a:pt x="8852328" y="739362"/>
                  <a:pt x="8852328" y="1093199"/>
                </a:cubicBezTo>
                <a:cubicBezTo>
                  <a:pt x="8852328" y="1093199"/>
                  <a:pt x="8852328" y="1093199"/>
                  <a:pt x="9240906" y="1093199"/>
                </a:cubicBezTo>
                <a:cubicBezTo>
                  <a:pt x="9240906" y="1093199"/>
                  <a:pt x="9240906" y="1093199"/>
                  <a:pt x="9240906" y="924202"/>
                </a:cubicBezTo>
                <a:cubicBezTo>
                  <a:pt x="9240906" y="924202"/>
                  <a:pt x="9240906" y="924202"/>
                  <a:pt x="9503459" y="929483"/>
                </a:cubicBezTo>
                <a:cubicBezTo>
                  <a:pt x="9503459" y="929483"/>
                  <a:pt x="9503459" y="929483"/>
                  <a:pt x="9503459" y="781611"/>
                </a:cubicBezTo>
                <a:cubicBezTo>
                  <a:pt x="9503459" y="781611"/>
                  <a:pt x="9503459" y="781611"/>
                  <a:pt x="9771263" y="781611"/>
                </a:cubicBezTo>
                <a:cubicBezTo>
                  <a:pt x="9771263" y="781611"/>
                  <a:pt x="9771263" y="781611"/>
                  <a:pt x="9771263" y="918921"/>
                </a:cubicBezTo>
                <a:cubicBezTo>
                  <a:pt x="9771263" y="918921"/>
                  <a:pt x="9771263" y="918921"/>
                  <a:pt x="10028565" y="918921"/>
                </a:cubicBezTo>
                <a:cubicBezTo>
                  <a:pt x="10028565" y="918921"/>
                  <a:pt x="10028565" y="918921"/>
                  <a:pt x="10028565" y="765768"/>
                </a:cubicBezTo>
                <a:cubicBezTo>
                  <a:pt x="10028565" y="765768"/>
                  <a:pt x="10028565" y="765768"/>
                  <a:pt x="10280615" y="771049"/>
                </a:cubicBezTo>
                <a:cubicBezTo>
                  <a:pt x="10280615" y="771049"/>
                  <a:pt x="10280615" y="771049"/>
                  <a:pt x="10280615" y="190122"/>
                </a:cubicBezTo>
                <a:cubicBezTo>
                  <a:pt x="10280615" y="190122"/>
                  <a:pt x="10280615" y="190122"/>
                  <a:pt x="10789968" y="190122"/>
                </a:cubicBezTo>
                <a:cubicBezTo>
                  <a:pt x="10789968" y="190122"/>
                  <a:pt x="10789968" y="190122"/>
                  <a:pt x="10789968" y="697113"/>
                </a:cubicBezTo>
                <a:cubicBezTo>
                  <a:pt x="10789968" y="697113"/>
                  <a:pt x="10789968" y="697113"/>
                  <a:pt x="11168044" y="697113"/>
                </a:cubicBezTo>
                <a:cubicBezTo>
                  <a:pt x="11168044" y="697113"/>
                  <a:pt x="11168044" y="697113"/>
                  <a:pt x="11168044" y="1621315"/>
                </a:cubicBezTo>
                <a:cubicBezTo>
                  <a:pt x="11168044" y="1621315"/>
                  <a:pt x="11168044" y="1621315"/>
                  <a:pt x="11467354" y="1621315"/>
                </a:cubicBezTo>
                <a:cubicBezTo>
                  <a:pt x="11467354" y="1621315"/>
                  <a:pt x="11467354" y="1621315"/>
                  <a:pt x="11467354" y="1114324"/>
                </a:cubicBezTo>
                <a:cubicBezTo>
                  <a:pt x="11467354" y="1114324"/>
                  <a:pt x="11467354" y="1114324"/>
                  <a:pt x="11871686" y="1114324"/>
                </a:cubicBezTo>
                <a:cubicBezTo>
                  <a:pt x="11871686" y="1114324"/>
                  <a:pt x="11871686" y="1114324"/>
                  <a:pt x="11871686" y="348556"/>
                </a:cubicBezTo>
                <a:cubicBezTo>
                  <a:pt x="11871686" y="348556"/>
                  <a:pt x="11871686" y="348556"/>
                  <a:pt x="12192000" y="348556"/>
                </a:cubicBezTo>
                <a:cubicBezTo>
                  <a:pt x="12192000" y="348556"/>
                  <a:pt x="12192000" y="348556"/>
                  <a:pt x="12192000" y="1754103"/>
                </a:cubicBezTo>
                <a:lnTo>
                  <a:pt x="12192000" y="1896676"/>
                </a:lnTo>
                <a:lnTo>
                  <a:pt x="12192148" y="1896676"/>
                </a:lnTo>
                <a:lnTo>
                  <a:pt x="12192148" y="3240980"/>
                </a:lnTo>
                <a:lnTo>
                  <a:pt x="0" y="3240980"/>
                </a:lnTo>
                <a:lnTo>
                  <a:pt x="0" y="2054369"/>
                </a:lnTo>
                <a:lnTo>
                  <a:pt x="0" y="1896676"/>
                </a:lnTo>
                <a:lnTo>
                  <a:pt x="0" y="1573784"/>
                </a:lnTo>
                <a:lnTo>
                  <a:pt x="112847" y="1573784"/>
                </a:lnTo>
                <a:cubicBezTo>
                  <a:pt x="165111" y="1573784"/>
                  <a:pt x="224842" y="1573784"/>
                  <a:pt x="293106" y="1573784"/>
                </a:cubicBezTo>
                <a:cubicBezTo>
                  <a:pt x="293106" y="1573784"/>
                  <a:pt x="293106" y="1573784"/>
                  <a:pt x="293106" y="411930"/>
                </a:cubicBezTo>
                <a:cubicBezTo>
                  <a:pt x="293106" y="411930"/>
                  <a:pt x="293106" y="411930"/>
                  <a:pt x="655428" y="411930"/>
                </a:cubicBezTo>
                <a:cubicBezTo>
                  <a:pt x="655428" y="411930"/>
                  <a:pt x="655428" y="411930"/>
                  <a:pt x="655428" y="1373100"/>
                </a:cubicBezTo>
                <a:cubicBezTo>
                  <a:pt x="676433" y="1315008"/>
                  <a:pt x="734194" y="1188260"/>
                  <a:pt x="791956" y="1188260"/>
                </a:cubicBezTo>
                <a:cubicBezTo>
                  <a:pt x="875973" y="1188260"/>
                  <a:pt x="954739" y="1399506"/>
                  <a:pt x="954739" y="1399506"/>
                </a:cubicBezTo>
                <a:cubicBezTo>
                  <a:pt x="954739" y="1399506"/>
                  <a:pt x="1023002" y="1188260"/>
                  <a:pt x="1101768" y="1188260"/>
                </a:cubicBezTo>
                <a:cubicBezTo>
                  <a:pt x="1180534" y="1188260"/>
                  <a:pt x="1264551" y="1399506"/>
                  <a:pt x="1264551" y="1399506"/>
                </a:cubicBezTo>
                <a:cubicBezTo>
                  <a:pt x="1264551" y="1399506"/>
                  <a:pt x="1332815" y="1188260"/>
                  <a:pt x="1411580" y="1188260"/>
                </a:cubicBezTo>
                <a:cubicBezTo>
                  <a:pt x="1490347" y="1188260"/>
                  <a:pt x="1574363" y="1399506"/>
                  <a:pt x="1574363" y="1399506"/>
                </a:cubicBezTo>
                <a:cubicBezTo>
                  <a:pt x="1574363" y="1399506"/>
                  <a:pt x="1574363" y="1399506"/>
                  <a:pt x="1574363" y="1447036"/>
                </a:cubicBezTo>
                <a:cubicBezTo>
                  <a:pt x="1574363" y="1447036"/>
                  <a:pt x="1574363" y="1447036"/>
                  <a:pt x="1721393" y="1447036"/>
                </a:cubicBezTo>
                <a:cubicBezTo>
                  <a:pt x="1721393" y="1447036"/>
                  <a:pt x="1721393" y="1447036"/>
                  <a:pt x="1721393" y="1299164"/>
                </a:cubicBezTo>
                <a:cubicBezTo>
                  <a:pt x="1616372" y="1278040"/>
                  <a:pt x="1537606" y="1182979"/>
                  <a:pt x="1537606" y="1072074"/>
                </a:cubicBezTo>
                <a:cubicBezTo>
                  <a:pt x="1537606" y="961170"/>
                  <a:pt x="1616372" y="866110"/>
                  <a:pt x="1721393" y="844985"/>
                </a:cubicBezTo>
                <a:cubicBezTo>
                  <a:pt x="1721393" y="844985"/>
                  <a:pt x="1721393" y="844985"/>
                  <a:pt x="1721393" y="586208"/>
                </a:cubicBezTo>
                <a:cubicBezTo>
                  <a:pt x="1721393" y="586208"/>
                  <a:pt x="1721393" y="586208"/>
                  <a:pt x="1815912" y="586208"/>
                </a:cubicBezTo>
                <a:cubicBezTo>
                  <a:pt x="1815912" y="586208"/>
                  <a:pt x="1815912" y="586208"/>
                  <a:pt x="1815912" y="844985"/>
                </a:cubicBezTo>
                <a:cubicBezTo>
                  <a:pt x="1920933" y="866110"/>
                  <a:pt x="1999699" y="961170"/>
                  <a:pt x="1999699" y="1072074"/>
                </a:cubicBezTo>
                <a:cubicBezTo>
                  <a:pt x="1999699" y="1188260"/>
                  <a:pt x="1920933" y="1278040"/>
                  <a:pt x="1815912" y="1299164"/>
                </a:cubicBezTo>
                <a:cubicBezTo>
                  <a:pt x="1815912" y="1299164"/>
                  <a:pt x="1815912" y="1299164"/>
                  <a:pt x="1815912" y="1447036"/>
                </a:cubicBezTo>
                <a:cubicBezTo>
                  <a:pt x="1815912" y="1447036"/>
                  <a:pt x="1815912" y="1447036"/>
                  <a:pt x="1941937" y="1447036"/>
                </a:cubicBezTo>
                <a:cubicBezTo>
                  <a:pt x="1941937" y="1447036"/>
                  <a:pt x="1941937" y="1447036"/>
                  <a:pt x="1941937" y="1293883"/>
                </a:cubicBezTo>
                <a:cubicBezTo>
                  <a:pt x="1941937" y="1293883"/>
                  <a:pt x="1941937" y="1293883"/>
                  <a:pt x="2099469" y="1293883"/>
                </a:cubicBezTo>
                <a:cubicBezTo>
                  <a:pt x="2099469" y="1293883"/>
                  <a:pt x="2099469" y="1293883"/>
                  <a:pt x="2099469" y="1093199"/>
                </a:cubicBezTo>
                <a:cubicBezTo>
                  <a:pt x="2099469" y="1093199"/>
                  <a:pt x="2099469" y="1093199"/>
                  <a:pt x="2440788" y="1093199"/>
                </a:cubicBezTo>
                <a:cubicBezTo>
                  <a:pt x="2440788" y="1093199"/>
                  <a:pt x="2440788" y="1093199"/>
                  <a:pt x="2440788" y="517553"/>
                </a:cubicBezTo>
                <a:cubicBezTo>
                  <a:pt x="2440788" y="517553"/>
                  <a:pt x="2440788" y="517553"/>
                  <a:pt x="2897630" y="517553"/>
                </a:cubicBezTo>
                <a:cubicBezTo>
                  <a:pt x="2897630" y="517553"/>
                  <a:pt x="2897630" y="517553"/>
                  <a:pt x="2897630" y="1103761"/>
                </a:cubicBezTo>
                <a:cubicBezTo>
                  <a:pt x="2897630" y="1103761"/>
                  <a:pt x="2897630" y="1103761"/>
                  <a:pt x="3364974" y="1103761"/>
                </a:cubicBezTo>
                <a:cubicBezTo>
                  <a:pt x="3364974" y="1103761"/>
                  <a:pt x="3364974" y="1103761"/>
                  <a:pt x="3364974" y="739362"/>
                </a:cubicBezTo>
                <a:cubicBezTo>
                  <a:pt x="3364974" y="739362"/>
                  <a:pt x="3364974" y="739362"/>
                  <a:pt x="3879577" y="739362"/>
                </a:cubicBezTo>
                <a:cubicBezTo>
                  <a:pt x="3879577" y="739362"/>
                  <a:pt x="3879577" y="739362"/>
                  <a:pt x="3879577" y="1093199"/>
                </a:cubicBezTo>
                <a:cubicBezTo>
                  <a:pt x="3879577" y="1093199"/>
                  <a:pt x="3879577" y="1093199"/>
                  <a:pt x="4268156" y="1093199"/>
                </a:cubicBezTo>
                <a:cubicBezTo>
                  <a:pt x="4268156" y="1093199"/>
                  <a:pt x="4268156" y="1093199"/>
                  <a:pt x="4268156" y="924202"/>
                </a:cubicBezTo>
                <a:cubicBezTo>
                  <a:pt x="4268156" y="924202"/>
                  <a:pt x="4268156" y="924202"/>
                  <a:pt x="4530709" y="929483"/>
                </a:cubicBezTo>
                <a:cubicBezTo>
                  <a:pt x="4530709" y="929483"/>
                  <a:pt x="4530709" y="929483"/>
                  <a:pt x="4530709" y="781611"/>
                </a:cubicBezTo>
                <a:cubicBezTo>
                  <a:pt x="4530709" y="781611"/>
                  <a:pt x="4530709" y="781611"/>
                  <a:pt x="4798512" y="781611"/>
                </a:cubicBezTo>
                <a:cubicBezTo>
                  <a:pt x="4798512" y="781611"/>
                  <a:pt x="4798512" y="781611"/>
                  <a:pt x="4798512" y="918921"/>
                </a:cubicBezTo>
                <a:cubicBezTo>
                  <a:pt x="4798512" y="918921"/>
                  <a:pt x="4798512" y="918921"/>
                  <a:pt x="5055814" y="918921"/>
                </a:cubicBezTo>
                <a:cubicBezTo>
                  <a:pt x="5055814" y="918921"/>
                  <a:pt x="5055814" y="918921"/>
                  <a:pt x="5055814" y="765768"/>
                </a:cubicBezTo>
                <a:cubicBezTo>
                  <a:pt x="5055814" y="765768"/>
                  <a:pt x="5055814" y="765768"/>
                  <a:pt x="5307865" y="771049"/>
                </a:cubicBezTo>
                <a:cubicBezTo>
                  <a:pt x="5307865" y="771049"/>
                  <a:pt x="5307865" y="771049"/>
                  <a:pt x="5307865" y="0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xmlns="" id="{2C9B8777-7972-4AE1-9CFB-841542611E67}"/>
              </a:ext>
            </a:extLst>
          </p:cNvPr>
          <p:cNvSpPr>
            <a:spLocks noEditPoints="1"/>
          </p:cNvSpPr>
          <p:nvPr/>
        </p:nvSpPr>
        <p:spPr bwMode="auto">
          <a:xfrm>
            <a:off x="-148" y="2425585"/>
            <a:ext cx="12192000" cy="4446062"/>
          </a:xfrm>
          <a:custGeom>
            <a:avLst/>
            <a:gdLst>
              <a:gd name="T0" fmla="*/ 692 w 2980"/>
              <a:gd name="T1" fmla="*/ 625 h 1086"/>
              <a:gd name="T2" fmla="*/ 1350 w 2980"/>
              <a:gd name="T3" fmla="*/ 765 h 1086"/>
              <a:gd name="T4" fmla="*/ 1662 w 2980"/>
              <a:gd name="T5" fmla="*/ 831 h 1086"/>
              <a:gd name="T6" fmla="*/ 1686 w 2980"/>
              <a:gd name="T7" fmla="*/ 716 h 1086"/>
              <a:gd name="T8" fmla="*/ 1668 w 2980"/>
              <a:gd name="T9" fmla="*/ 547 h 1086"/>
              <a:gd name="T10" fmla="*/ 1693 w 2980"/>
              <a:gd name="T11" fmla="*/ 451 h 1086"/>
              <a:gd name="T12" fmla="*/ 1732 w 2980"/>
              <a:gd name="T13" fmla="*/ 173 h 1086"/>
              <a:gd name="T14" fmla="*/ 1836 w 2980"/>
              <a:gd name="T15" fmla="*/ 22 h 1086"/>
              <a:gd name="T16" fmla="*/ 1949 w 2980"/>
              <a:gd name="T17" fmla="*/ 123 h 1086"/>
              <a:gd name="T18" fmla="*/ 1876 w 2980"/>
              <a:gd name="T19" fmla="*/ 190 h 1086"/>
              <a:gd name="T20" fmla="*/ 1876 w 2980"/>
              <a:gd name="T21" fmla="*/ 315 h 1086"/>
              <a:gd name="T22" fmla="*/ 1959 w 2980"/>
              <a:gd name="T23" fmla="*/ 445 h 1086"/>
              <a:gd name="T24" fmla="*/ 1963 w 2980"/>
              <a:gd name="T25" fmla="*/ 549 h 1086"/>
              <a:gd name="T26" fmla="*/ 1947 w 2980"/>
              <a:gd name="T27" fmla="*/ 572 h 1086"/>
              <a:gd name="T28" fmla="*/ 1921 w 2980"/>
              <a:gd name="T29" fmla="*/ 587 h 1086"/>
              <a:gd name="T30" fmla="*/ 1880 w 2980"/>
              <a:gd name="T31" fmla="*/ 612 h 1086"/>
              <a:gd name="T32" fmla="*/ 2031 w 2980"/>
              <a:gd name="T33" fmla="*/ 662 h 1086"/>
              <a:gd name="T34" fmla="*/ 2195 w 2980"/>
              <a:gd name="T35" fmla="*/ 411 h 1086"/>
              <a:gd name="T36" fmla="*/ 2174 w 2980"/>
              <a:gd name="T37" fmla="*/ 364 h 1086"/>
              <a:gd name="T38" fmla="*/ 2163 w 2980"/>
              <a:gd name="T39" fmla="*/ 250 h 1086"/>
              <a:gd name="T40" fmla="*/ 2289 w 2980"/>
              <a:gd name="T41" fmla="*/ 309 h 1086"/>
              <a:gd name="T42" fmla="*/ 2341 w 2980"/>
              <a:gd name="T43" fmla="*/ 468 h 1086"/>
              <a:gd name="T44" fmla="*/ 2382 w 2980"/>
              <a:gd name="T45" fmla="*/ 504 h 1086"/>
              <a:gd name="T46" fmla="*/ 2451 w 2980"/>
              <a:gd name="T47" fmla="*/ 331 h 1086"/>
              <a:gd name="T48" fmla="*/ 2514 w 2980"/>
              <a:gd name="T49" fmla="*/ 246 h 1086"/>
              <a:gd name="T50" fmla="*/ 2622 w 2980"/>
              <a:gd name="T51" fmla="*/ 226 h 1086"/>
              <a:gd name="T52" fmla="*/ 2684 w 2980"/>
              <a:gd name="T53" fmla="*/ 335 h 1086"/>
              <a:gd name="T54" fmla="*/ 2710 w 2980"/>
              <a:gd name="T55" fmla="*/ 558 h 1086"/>
              <a:gd name="T56" fmla="*/ 2757 w 2980"/>
              <a:gd name="T57" fmla="*/ 626 h 1086"/>
              <a:gd name="T58" fmla="*/ 2773 w 2980"/>
              <a:gd name="T59" fmla="*/ 697 h 1086"/>
              <a:gd name="T60" fmla="*/ 2727 w 2980"/>
              <a:gd name="T61" fmla="*/ 770 h 1086"/>
              <a:gd name="T62" fmla="*/ 2664 w 2980"/>
              <a:gd name="T63" fmla="*/ 906 h 1086"/>
              <a:gd name="T64" fmla="*/ 2980 w 2980"/>
              <a:gd name="T65" fmla="*/ 998 h 1086"/>
              <a:gd name="T66" fmla="*/ 2343 w 2980"/>
              <a:gd name="T67" fmla="*/ 754 h 1086"/>
              <a:gd name="T68" fmla="*/ 2434 w 2980"/>
              <a:gd name="T69" fmla="*/ 842 h 1086"/>
              <a:gd name="T70" fmla="*/ 2466 w 2980"/>
              <a:gd name="T71" fmla="*/ 584 h 1086"/>
              <a:gd name="T72" fmla="*/ 2476 w 2980"/>
              <a:gd name="T73" fmla="*/ 480 h 1086"/>
              <a:gd name="T74" fmla="*/ 2385 w 2980"/>
              <a:gd name="T75" fmla="*/ 557 h 1086"/>
              <a:gd name="T76" fmla="*/ 2337 w 2980"/>
              <a:gd name="T77" fmla="*/ 621 h 1086"/>
              <a:gd name="T78" fmla="*/ 2338 w 2980"/>
              <a:gd name="T79" fmla="*/ 706 h 1086"/>
              <a:gd name="T80" fmla="*/ 2101 w 2980"/>
              <a:gd name="T81" fmla="*/ 618 h 1086"/>
              <a:gd name="T82" fmla="*/ 2156 w 2980"/>
              <a:gd name="T83" fmla="*/ 738 h 1086"/>
              <a:gd name="T84" fmla="*/ 2186 w 2980"/>
              <a:gd name="T85" fmla="*/ 671 h 1086"/>
              <a:gd name="T86" fmla="*/ 2185 w 2980"/>
              <a:gd name="T87" fmla="*/ 524 h 1086"/>
              <a:gd name="T88" fmla="*/ 1875 w 2980"/>
              <a:gd name="T89" fmla="*/ 494 h 1086"/>
              <a:gd name="T90" fmla="*/ 1898 w 2980"/>
              <a:gd name="T91" fmla="*/ 550 h 1086"/>
              <a:gd name="T92" fmla="*/ 1900 w 2980"/>
              <a:gd name="T93" fmla="*/ 515 h 1086"/>
              <a:gd name="T94" fmla="*/ 2712 w 2980"/>
              <a:gd name="T95" fmla="*/ 705 h 1086"/>
              <a:gd name="T96" fmla="*/ 2681 w 2980"/>
              <a:gd name="T97" fmla="*/ 766 h 1086"/>
              <a:gd name="T98" fmla="*/ 2717 w 2980"/>
              <a:gd name="T99" fmla="*/ 679 h 1086"/>
              <a:gd name="T100" fmla="*/ 1878 w 2980"/>
              <a:gd name="T101" fmla="*/ 592 h 1086"/>
              <a:gd name="T102" fmla="*/ 2768 w 2980"/>
              <a:gd name="T103" fmla="*/ 671 h 1086"/>
              <a:gd name="T104" fmla="*/ 2724 w 2980"/>
              <a:gd name="T105" fmla="*/ 758 h 1086"/>
              <a:gd name="T106" fmla="*/ 2714 w 2980"/>
              <a:gd name="T107" fmla="*/ 764 h 1086"/>
              <a:gd name="T108" fmla="*/ 2697 w 2980"/>
              <a:gd name="T109" fmla="*/ 805 h 1086"/>
              <a:gd name="T110" fmla="*/ 2360 w 2980"/>
              <a:gd name="T111" fmla="*/ 608 h 1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980" h="1086">
                <a:moveTo>
                  <a:pt x="0" y="806"/>
                </a:moveTo>
                <a:cubicBezTo>
                  <a:pt x="23" y="800"/>
                  <a:pt x="45" y="795"/>
                  <a:pt x="68" y="789"/>
                </a:cubicBezTo>
                <a:cubicBezTo>
                  <a:pt x="216" y="750"/>
                  <a:pt x="364" y="710"/>
                  <a:pt x="513" y="671"/>
                </a:cubicBezTo>
                <a:cubicBezTo>
                  <a:pt x="568" y="656"/>
                  <a:pt x="624" y="641"/>
                  <a:pt x="680" y="626"/>
                </a:cubicBezTo>
                <a:cubicBezTo>
                  <a:pt x="684" y="625"/>
                  <a:pt x="688" y="624"/>
                  <a:pt x="692" y="625"/>
                </a:cubicBezTo>
                <a:cubicBezTo>
                  <a:pt x="739" y="636"/>
                  <a:pt x="785" y="647"/>
                  <a:pt x="832" y="657"/>
                </a:cubicBezTo>
                <a:cubicBezTo>
                  <a:pt x="902" y="673"/>
                  <a:pt x="972" y="689"/>
                  <a:pt x="1041" y="705"/>
                </a:cubicBezTo>
                <a:cubicBezTo>
                  <a:pt x="1096" y="717"/>
                  <a:pt x="1151" y="729"/>
                  <a:pt x="1205" y="742"/>
                </a:cubicBezTo>
                <a:cubicBezTo>
                  <a:pt x="1243" y="750"/>
                  <a:pt x="1280" y="760"/>
                  <a:pt x="1318" y="767"/>
                </a:cubicBezTo>
                <a:cubicBezTo>
                  <a:pt x="1328" y="769"/>
                  <a:pt x="1340" y="766"/>
                  <a:pt x="1350" y="765"/>
                </a:cubicBezTo>
                <a:cubicBezTo>
                  <a:pt x="1396" y="759"/>
                  <a:pt x="1441" y="755"/>
                  <a:pt x="1486" y="770"/>
                </a:cubicBezTo>
                <a:cubicBezTo>
                  <a:pt x="1508" y="778"/>
                  <a:pt x="1528" y="788"/>
                  <a:pt x="1541" y="808"/>
                </a:cubicBezTo>
                <a:cubicBezTo>
                  <a:pt x="1549" y="821"/>
                  <a:pt x="1562" y="822"/>
                  <a:pt x="1574" y="825"/>
                </a:cubicBezTo>
                <a:cubicBezTo>
                  <a:pt x="1599" y="830"/>
                  <a:pt x="1623" y="835"/>
                  <a:pt x="1647" y="840"/>
                </a:cubicBezTo>
                <a:cubicBezTo>
                  <a:pt x="1655" y="842"/>
                  <a:pt x="1661" y="839"/>
                  <a:pt x="1662" y="831"/>
                </a:cubicBezTo>
                <a:cubicBezTo>
                  <a:pt x="1663" y="826"/>
                  <a:pt x="1662" y="821"/>
                  <a:pt x="1663" y="816"/>
                </a:cubicBezTo>
                <a:cubicBezTo>
                  <a:pt x="1665" y="808"/>
                  <a:pt x="1667" y="799"/>
                  <a:pt x="1672" y="792"/>
                </a:cubicBezTo>
                <a:cubicBezTo>
                  <a:pt x="1678" y="781"/>
                  <a:pt x="1686" y="770"/>
                  <a:pt x="1692" y="760"/>
                </a:cubicBezTo>
                <a:cubicBezTo>
                  <a:pt x="1694" y="757"/>
                  <a:pt x="1694" y="753"/>
                  <a:pt x="1694" y="750"/>
                </a:cubicBezTo>
                <a:cubicBezTo>
                  <a:pt x="1691" y="739"/>
                  <a:pt x="1687" y="727"/>
                  <a:pt x="1686" y="716"/>
                </a:cubicBezTo>
                <a:cubicBezTo>
                  <a:pt x="1685" y="707"/>
                  <a:pt x="1689" y="698"/>
                  <a:pt x="1690" y="690"/>
                </a:cubicBezTo>
                <a:cubicBezTo>
                  <a:pt x="1690" y="685"/>
                  <a:pt x="1691" y="679"/>
                  <a:pt x="1690" y="675"/>
                </a:cubicBezTo>
                <a:cubicBezTo>
                  <a:pt x="1683" y="649"/>
                  <a:pt x="1674" y="624"/>
                  <a:pt x="1675" y="597"/>
                </a:cubicBezTo>
                <a:cubicBezTo>
                  <a:pt x="1676" y="585"/>
                  <a:pt x="1675" y="572"/>
                  <a:pt x="1674" y="559"/>
                </a:cubicBezTo>
                <a:cubicBezTo>
                  <a:pt x="1674" y="555"/>
                  <a:pt x="1671" y="551"/>
                  <a:pt x="1668" y="547"/>
                </a:cubicBezTo>
                <a:cubicBezTo>
                  <a:pt x="1665" y="542"/>
                  <a:pt x="1658" y="536"/>
                  <a:pt x="1659" y="532"/>
                </a:cubicBezTo>
                <a:cubicBezTo>
                  <a:pt x="1661" y="523"/>
                  <a:pt x="1667" y="515"/>
                  <a:pt x="1671" y="506"/>
                </a:cubicBezTo>
                <a:cubicBezTo>
                  <a:pt x="1674" y="501"/>
                  <a:pt x="1679" y="496"/>
                  <a:pt x="1681" y="491"/>
                </a:cubicBezTo>
                <a:cubicBezTo>
                  <a:pt x="1687" y="480"/>
                  <a:pt x="1692" y="468"/>
                  <a:pt x="1698" y="454"/>
                </a:cubicBezTo>
                <a:cubicBezTo>
                  <a:pt x="1697" y="454"/>
                  <a:pt x="1695" y="452"/>
                  <a:pt x="1693" y="451"/>
                </a:cubicBezTo>
                <a:cubicBezTo>
                  <a:pt x="1689" y="447"/>
                  <a:pt x="1687" y="443"/>
                  <a:pt x="1692" y="438"/>
                </a:cubicBezTo>
                <a:cubicBezTo>
                  <a:pt x="1706" y="422"/>
                  <a:pt x="1708" y="404"/>
                  <a:pt x="1704" y="384"/>
                </a:cubicBezTo>
                <a:cubicBezTo>
                  <a:pt x="1699" y="365"/>
                  <a:pt x="1694" y="346"/>
                  <a:pt x="1692" y="327"/>
                </a:cubicBezTo>
                <a:cubicBezTo>
                  <a:pt x="1690" y="298"/>
                  <a:pt x="1695" y="269"/>
                  <a:pt x="1701" y="241"/>
                </a:cubicBezTo>
                <a:cubicBezTo>
                  <a:pt x="1707" y="216"/>
                  <a:pt x="1715" y="192"/>
                  <a:pt x="1732" y="173"/>
                </a:cubicBezTo>
                <a:cubicBezTo>
                  <a:pt x="1738" y="167"/>
                  <a:pt x="1744" y="161"/>
                  <a:pt x="1752" y="156"/>
                </a:cubicBezTo>
                <a:cubicBezTo>
                  <a:pt x="1761" y="149"/>
                  <a:pt x="1772" y="146"/>
                  <a:pt x="1780" y="138"/>
                </a:cubicBezTo>
                <a:cubicBezTo>
                  <a:pt x="1794" y="126"/>
                  <a:pt x="1803" y="111"/>
                  <a:pt x="1806" y="92"/>
                </a:cubicBezTo>
                <a:cubicBezTo>
                  <a:pt x="1808" y="76"/>
                  <a:pt x="1811" y="60"/>
                  <a:pt x="1822" y="47"/>
                </a:cubicBezTo>
                <a:cubicBezTo>
                  <a:pt x="1828" y="40"/>
                  <a:pt x="1832" y="31"/>
                  <a:pt x="1836" y="22"/>
                </a:cubicBezTo>
                <a:cubicBezTo>
                  <a:pt x="1845" y="5"/>
                  <a:pt x="1860" y="0"/>
                  <a:pt x="1876" y="10"/>
                </a:cubicBezTo>
                <a:cubicBezTo>
                  <a:pt x="1898" y="23"/>
                  <a:pt x="1919" y="38"/>
                  <a:pt x="1939" y="53"/>
                </a:cubicBezTo>
                <a:cubicBezTo>
                  <a:pt x="1950" y="61"/>
                  <a:pt x="1949" y="72"/>
                  <a:pt x="1942" y="84"/>
                </a:cubicBezTo>
                <a:cubicBezTo>
                  <a:pt x="1933" y="97"/>
                  <a:pt x="1933" y="101"/>
                  <a:pt x="1940" y="111"/>
                </a:cubicBezTo>
                <a:cubicBezTo>
                  <a:pt x="1943" y="115"/>
                  <a:pt x="1946" y="119"/>
                  <a:pt x="1949" y="123"/>
                </a:cubicBezTo>
                <a:cubicBezTo>
                  <a:pt x="1955" y="132"/>
                  <a:pt x="1952" y="138"/>
                  <a:pt x="1940" y="138"/>
                </a:cubicBezTo>
                <a:cubicBezTo>
                  <a:pt x="1935" y="138"/>
                  <a:pt x="1930" y="136"/>
                  <a:pt x="1924" y="135"/>
                </a:cubicBezTo>
                <a:cubicBezTo>
                  <a:pt x="1919" y="142"/>
                  <a:pt x="1908" y="145"/>
                  <a:pt x="1907" y="157"/>
                </a:cubicBezTo>
                <a:cubicBezTo>
                  <a:pt x="1907" y="161"/>
                  <a:pt x="1899" y="163"/>
                  <a:pt x="1895" y="167"/>
                </a:cubicBezTo>
                <a:cubicBezTo>
                  <a:pt x="1889" y="175"/>
                  <a:pt x="1883" y="183"/>
                  <a:pt x="1876" y="190"/>
                </a:cubicBezTo>
                <a:cubicBezTo>
                  <a:pt x="1869" y="198"/>
                  <a:pt x="1860" y="195"/>
                  <a:pt x="1851" y="194"/>
                </a:cubicBezTo>
                <a:cubicBezTo>
                  <a:pt x="1849" y="193"/>
                  <a:pt x="1847" y="194"/>
                  <a:pt x="1844" y="194"/>
                </a:cubicBezTo>
                <a:cubicBezTo>
                  <a:pt x="1844" y="196"/>
                  <a:pt x="1844" y="199"/>
                  <a:pt x="1845" y="201"/>
                </a:cubicBezTo>
                <a:cubicBezTo>
                  <a:pt x="1845" y="204"/>
                  <a:pt x="1847" y="206"/>
                  <a:pt x="1849" y="209"/>
                </a:cubicBezTo>
                <a:cubicBezTo>
                  <a:pt x="1873" y="240"/>
                  <a:pt x="1878" y="277"/>
                  <a:pt x="1876" y="315"/>
                </a:cubicBezTo>
                <a:cubicBezTo>
                  <a:pt x="1875" y="331"/>
                  <a:pt x="1878" y="347"/>
                  <a:pt x="1879" y="362"/>
                </a:cubicBezTo>
                <a:cubicBezTo>
                  <a:pt x="1879" y="384"/>
                  <a:pt x="1894" y="395"/>
                  <a:pt x="1909" y="407"/>
                </a:cubicBezTo>
                <a:cubicBezTo>
                  <a:pt x="1916" y="413"/>
                  <a:pt x="1925" y="418"/>
                  <a:pt x="1933" y="423"/>
                </a:cubicBezTo>
                <a:cubicBezTo>
                  <a:pt x="1935" y="425"/>
                  <a:pt x="1938" y="427"/>
                  <a:pt x="1938" y="429"/>
                </a:cubicBezTo>
                <a:cubicBezTo>
                  <a:pt x="1941" y="439"/>
                  <a:pt x="1950" y="442"/>
                  <a:pt x="1959" y="445"/>
                </a:cubicBezTo>
                <a:cubicBezTo>
                  <a:pt x="1962" y="447"/>
                  <a:pt x="1965" y="449"/>
                  <a:pt x="1969" y="449"/>
                </a:cubicBezTo>
                <a:cubicBezTo>
                  <a:pt x="1986" y="453"/>
                  <a:pt x="1992" y="465"/>
                  <a:pt x="1995" y="480"/>
                </a:cubicBezTo>
                <a:cubicBezTo>
                  <a:pt x="1998" y="493"/>
                  <a:pt x="1989" y="511"/>
                  <a:pt x="1977" y="517"/>
                </a:cubicBezTo>
                <a:cubicBezTo>
                  <a:pt x="1971" y="520"/>
                  <a:pt x="1967" y="521"/>
                  <a:pt x="1970" y="530"/>
                </a:cubicBezTo>
                <a:cubicBezTo>
                  <a:pt x="1971" y="535"/>
                  <a:pt x="1965" y="542"/>
                  <a:pt x="1963" y="549"/>
                </a:cubicBezTo>
                <a:cubicBezTo>
                  <a:pt x="1962" y="549"/>
                  <a:pt x="1961" y="549"/>
                  <a:pt x="1959" y="548"/>
                </a:cubicBezTo>
                <a:cubicBezTo>
                  <a:pt x="1961" y="551"/>
                  <a:pt x="1963" y="553"/>
                  <a:pt x="1965" y="555"/>
                </a:cubicBezTo>
                <a:cubicBezTo>
                  <a:pt x="1966" y="557"/>
                  <a:pt x="1967" y="560"/>
                  <a:pt x="1968" y="563"/>
                </a:cubicBezTo>
                <a:cubicBezTo>
                  <a:pt x="1965" y="564"/>
                  <a:pt x="1962" y="566"/>
                  <a:pt x="1959" y="565"/>
                </a:cubicBezTo>
                <a:cubicBezTo>
                  <a:pt x="1953" y="564"/>
                  <a:pt x="1949" y="566"/>
                  <a:pt x="1947" y="572"/>
                </a:cubicBezTo>
                <a:cubicBezTo>
                  <a:pt x="1942" y="586"/>
                  <a:pt x="1935" y="599"/>
                  <a:pt x="1928" y="612"/>
                </a:cubicBezTo>
                <a:cubicBezTo>
                  <a:pt x="1927" y="614"/>
                  <a:pt x="1927" y="617"/>
                  <a:pt x="1925" y="619"/>
                </a:cubicBezTo>
                <a:cubicBezTo>
                  <a:pt x="1922" y="621"/>
                  <a:pt x="1918" y="621"/>
                  <a:pt x="1914" y="622"/>
                </a:cubicBezTo>
                <a:cubicBezTo>
                  <a:pt x="1913" y="619"/>
                  <a:pt x="1911" y="616"/>
                  <a:pt x="1912" y="613"/>
                </a:cubicBezTo>
                <a:cubicBezTo>
                  <a:pt x="1914" y="604"/>
                  <a:pt x="1918" y="596"/>
                  <a:pt x="1921" y="587"/>
                </a:cubicBezTo>
                <a:cubicBezTo>
                  <a:pt x="1922" y="585"/>
                  <a:pt x="1922" y="583"/>
                  <a:pt x="1923" y="582"/>
                </a:cubicBezTo>
                <a:cubicBezTo>
                  <a:pt x="1922" y="581"/>
                  <a:pt x="1922" y="581"/>
                  <a:pt x="1921" y="580"/>
                </a:cubicBezTo>
                <a:cubicBezTo>
                  <a:pt x="1918" y="582"/>
                  <a:pt x="1915" y="585"/>
                  <a:pt x="1912" y="587"/>
                </a:cubicBezTo>
                <a:cubicBezTo>
                  <a:pt x="1903" y="593"/>
                  <a:pt x="1894" y="600"/>
                  <a:pt x="1885" y="606"/>
                </a:cubicBezTo>
                <a:cubicBezTo>
                  <a:pt x="1883" y="608"/>
                  <a:pt x="1880" y="611"/>
                  <a:pt x="1880" y="612"/>
                </a:cubicBezTo>
                <a:cubicBezTo>
                  <a:pt x="1881" y="617"/>
                  <a:pt x="1883" y="623"/>
                  <a:pt x="1887" y="624"/>
                </a:cubicBezTo>
                <a:cubicBezTo>
                  <a:pt x="1899" y="631"/>
                  <a:pt x="1913" y="636"/>
                  <a:pt x="1926" y="642"/>
                </a:cubicBezTo>
                <a:cubicBezTo>
                  <a:pt x="1957" y="654"/>
                  <a:pt x="1987" y="666"/>
                  <a:pt x="2017" y="679"/>
                </a:cubicBezTo>
                <a:cubicBezTo>
                  <a:pt x="2024" y="682"/>
                  <a:pt x="2027" y="681"/>
                  <a:pt x="2027" y="673"/>
                </a:cubicBezTo>
                <a:cubicBezTo>
                  <a:pt x="2027" y="669"/>
                  <a:pt x="2030" y="666"/>
                  <a:pt x="2031" y="662"/>
                </a:cubicBezTo>
                <a:cubicBezTo>
                  <a:pt x="2045" y="633"/>
                  <a:pt x="2059" y="604"/>
                  <a:pt x="2075" y="575"/>
                </a:cubicBezTo>
                <a:cubicBezTo>
                  <a:pt x="2085" y="557"/>
                  <a:pt x="2098" y="540"/>
                  <a:pt x="2112" y="523"/>
                </a:cubicBezTo>
                <a:cubicBezTo>
                  <a:pt x="2128" y="503"/>
                  <a:pt x="2146" y="485"/>
                  <a:pt x="2162" y="465"/>
                </a:cubicBezTo>
                <a:cubicBezTo>
                  <a:pt x="2167" y="459"/>
                  <a:pt x="2170" y="452"/>
                  <a:pt x="2174" y="446"/>
                </a:cubicBezTo>
                <a:cubicBezTo>
                  <a:pt x="2181" y="434"/>
                  <a:pt x="2187" y="422"/>
                  <a:pt x="2195" y="411"/>
                </a:cubicBezTo>
                <a:cubicBezTo>
                  <a:pt x="2200" y="406"/>
                  <a:pt x="2207" y="402"/>
                  <a:pt x="2212" y="397"/>
                </a:cubicBezTo>
                <a:cubicBezTo>
                  <a:pt x="2215" y="395"/>
                  <a:pt x="2216" y="391"/>
                  <a:pt x="2218" y="388"/>
                </a:cubicBezTo>
                <a:cubicBezTo>
                  <a:pt x="2214" y="386"/>
                  <a:pt x="2209" y="383"/>
                  <a:pt x="2205" y="381"/>
                </a:cubicBezTo>
                <a:cubicBezTo>
                  <a:pt x="2204" y="381"/>
                  <a:pt x="2203" y="382"/>
                  <a:pt x="2202" y="382"/>
                </a:cubicBezTo>
                <a:cubicBezTo>
                  <a:pt x="2188" y="385"/>
                  <a:pt x="2183" y="382"/>
                  <a:pt x="2174" y="364"/>
                </a:cubicBezTo>
                <a:cubicBezTo>
                  <a:pt x="2170" y="357"/>
                  <a:pt x="2167" y="348"/>
                  <a:pt x="2156" y="348"/>
                </a:cubicBezTo>
                <a:cubicBezTo>
                  <a:pt x="2159" y="339"/>
                  <a:pt x="2154" y="337"/>
                  <a:pt x="2147" y="335"/>
                </a:cubicBezTo>
                <a:cubicBezTo>
                  <a:pt x="2128" y="330"/>
                  <a:pt x="2126" y="327"/>
                  <a:pt x="2139" y="312"/>
                </a:cubicBezTo>
                <a:cubicBezTo>
                  <a:pt x="2151" y="298"/>
                  <a:pt x="2151" y="282"/>
                  <a:pt x="2154" y="266"/>
                </a:cubicBezTo>
                <a:cubicBezTo>
                  <a:pt x="2155" y="260"/>
                  <a:pt x="2159" y="253"/>
                  <a:pt x="2163" y="250"/>
                </a:cubicBezTo>
                <a:cubicBezTo>
                  <a:pt x="2182" y="239"/>
                  <a:pt x="2204" y="234"/>
                  <a:pt x="2225" y="233"/>
                </a:cubicBezTo>
                <a:cubicBezTo>
                  <a:pt x="2237" y="233"/>
                  <a:pt x="2249" y="238"/>
                  <a:pt x="2255" y="249"/>
                </a:cubicBezTo>
                <a:cubicBezTo>
                  <a:pt x="2259" y="256"/>
                  <a:pt x="2261" y="265"/>
                  <a:pt x="2261" y="273"/>
                </a:cubicBezTo>
                <a:cubicBezTo>
                  <a:pt x="2261" y="282"/>
                  <a:pt x="2265" y="285"/>
                  <a:pt x="2271" y="290"/>
                </a:cubicBezTo>
                <a:cubicBezTo>
                  <a:pt x="2277" y="294"/>
                  <a:pt x="2282" y="301"/>
                  <a:pt x="2289" y="309"/>
                </a:cubicBezTo>
                <a:cubicBezTo>
                  <a:pt x="2280" y="313"/>
                  <a:pt x="2274" y="316"/>
                  <a:pt x="2267" y="319"/>
                </a:cubicBezTo>
                <a:cubicBezTo>
                  <a:pt x="2261" y="322"/>
                  <a:pt x="2260" y="327"/>
                  <a:pt x="2262" y="333"/>
                </a:cubicBezTo>
                <a:cubicBezTo>
                  <a:pt x="2266" y="348"/>
                  <a:pt x="2271" y="362"/>
                  <a:pt x="2284" y="372"/>
                </a:cubicBezTo>
                <a:cubicBezTo>
                  <a:pt x="2292" y="379"/>
                  <a:pt x="2299" y="388"/>
                  <a:pt x="2306" y="395"/>
                </a:cubicBezTo>
                <a:cubicBezTo>
                  <a:pt x="2329" y="414"/>
                  <a:pt x="2337" y="441"/>
                  <a:pt x="2341" y="468"/>
                </a:cubicBezTo>
                <a:cubicBezTo>
                  <a:pt x="2343" y="487"/>
                  <a:pt x="2341" y="506"/>
                  <a:pt x="2340" y="525"/>
                </a:cubicBezTo>
                <a:cubicBezTo>
                  <a:pt x="2340" y="539"/>
                  <a:pt x="2338" y="553"/>
                  <a:pt x="2338" y="566"/>
                </a:cubicBezTo>
                <a:cubicBezTo>
                  <a:pt x="2338" y="567"/>
                  <a:pt x="2339" y="568"/>
                  <a:pt x="2341" y="571"/>
                </a:cubicBezTo>
                <a:cubicBezTo>
                  <a:pt x="2348" y="562"/>
                  <a:pt x="2355" y="553"/>
                  <a:pt x="2360" y="544"/>
                </a:cubicBezTo>
                <a:cubicBezTo>
                  <a:pt x="2368" y="531"/>
                  <a:pt x="2375" y="518"/>
                  <a:pt x="2382" y="504"/>
                </a:cubicBezTo>
                <a:cubicBezTo>
                  <a:pt x="2389" y="491"/>
                  <a:pt x="2396" y="478"/>
                  <a:pt x="2403" y="465"/>
                </a:cubicBezTo>
                <a:cubicBezTo>
                  <a:pt x="2416" y="441"/>
                  <a:pt x="2430" y="418"/>
                  <a:pt x="2443" y="395"/>
                </a:cubicBezTo>
                <a:cubicBezTo>
                  <a:pt x="2448" y="387"/>
                  <a:pt x="2451" y="378"/>
                  <a:pt x="2455" y="370"/>
                </a:cubicBezTo>
                <a:cubicBezTo>
                  <a:pt x="2456" y="368"/>
                  <a:pt x="2456" y="366"/>
                  <a:pt x="2456" y="363"/>
                </a:cubicBezTo>
                <a:cubicBezTo>
                  <a:pt x="2454" y="352"/>
                  <a:pt x="2452" y="342"/>
                  <a:pt x="2451" y="331"/>
                </a:cubicBezTo>
                <a:cubicBezTo>
                  <a:pt x="2450" y="328"/>
                  <a:pt x="2452" y="326"/>
                  <a:pt x="2453" y="323"/>
                </a:cubicBezTo>
                <a:cubicBezTo>
                  <a:pt x="2457" y="315"/>
                  <a:pt x="2462" y="307"/>
                  <a:pt x="2466" y="298"/>
                </a:cubicBezTo>
                <a:cubicBezTo>
                  <a:pt x="2474" y="280"/>
                  <a:pt x="2486" y="268"/>
                  <a:pt x="2508" y="271"/>
                </a:cubicBezTo>
                <a:cubicBezTo>
                  <a:pt x="2513" y="271"/>
                  <a:pt x="2518" y="271"/>
                  <a:pt x="2524" y="271"/>
                </a:cubicBezTo>
                <a:cubicBezTo>
                  <a:pt x="2520" y="261"/>
                  <a:pt x="2517" y="253"/>
                  <a:pt x="2514" y="246"/>
                </a:cubicBezTo>
                <a:cubicBezTo>
                  <a:pt x="2521" y="240"/>
                  <a:pt x="2523" y="224"/>
                  <a:pt x="2518" y="213"/>
                </a:cubicBezTo>
                <a:cubicBezTo>
                  <a:pt x="2513" y="200"/>
                  <a:pt x="2514" y="196"/>
                  <a:pt x="2524" y="187"/>
                </a:cubicBezTo>
                <a:cubicBezTo>
                  <a:pt x="2546" y="166"/>
                  <a:pt x="2571" y="161"/>
                  <a:pt x="2600" y="170"/>
                </a:cubicBezTo>
                <a:cubicBezTo>
                  <a:pt x="2612" y="173"/>
                  <a:pt x="2617" y="183"/>
                  <a:pt x="2619" y="193"/>
                </a:cubicBezTo>
                <a:cubicBezTo>
                  <a:pt x="2621" y="204"/>
                  <a:pt x="2620" y="215"/>
                  <a:pt x="2622" y="226"/>
                </a:cubicBezTo>
                <a:cubicBezTo>
                  <a:pt x="2623" y="233"/>
                  <a:pt x="2628" y="240"/>
                  <a:pt x="2631" y="247"/>
                </a:cubicBezTo>
                <a:cubicBezTo>
                  <a:pt x="2625" y="246"/>
                  <a:pt x="2621" y="245"/>
                  <a:pt x="2621" y="254"/>
                </a:cubicBezTo>
                <a:cubicBezTo>
                  <a:pt x="2621" y="261"/>
                  <a:pt x="2619" y="268"/>
                  <a:pt x="2617" y="274"/>
                </a:cubicBezTo>
                <a:cubicBezTo>
                  <a:pt x="2615" y="285"/>
                  <a:pt x="2623" y="291"/>
                  <a:pt x="2630" y="296"/>
                </a:cubicBezTo>
                <a:cubicBezTo>
                  <a:pt x="2648" y="309"/>
                  <a:pt x="2667" y="321"/>
                  <a:pt x="2684" y="335"/>
                </a:cubicBezTo>
                <a:cubicBezTo>
                  <a:pt x="2698" y="346"/>
                  <a:pt x="2710" y="359"/>
                  <a:pt x="2710" y="379"/>
                </a:cubicBezTo>
                <a:cubicBezTo>
                  <a:pt x="2710" y="382"/>
                  <a:pt x="2711" y="385"/>
                  <a:pt x="2712" y="388"/>
                </a:cubicBezTo>
                <a:cubicBezTo>
                  <a:pt x="2721" y="410"/>
                  <a:pt x="2717" y="431"/>
                  <a:pt x="2715" y="453"/>
                </a:cubicBezTo>
                <a:cubicBezTo>
                  <a:pt x="2712" y="481"/>
                  <a:pt x="2705" y="508"/>
                  <a:pt x="2708" y="537"/>
                </a:cubicBezTo>
                <a:cubicBezTo>
                  <a:pt x="2709" y="544"/>
                  <a:pt x="2710" y="551"/>
                  <a:pt x="2710" y="558"/>
                </a:cubicBezTo>
                <a:cubicBezTo>
                  <a:pt x="2709" y="592"/>
                  <a:pt x="2707" y="626"/>
                  <a:pt x="2706" y="660"/>
                </a:cubicBezTo>
                <a:cubicBezTo>
                  <a:pt x="2706" y="664"/>
                  <a:pt x="2705" y="668"/>
                  <a:pt x="2704" y="673"/>
                </a:cubicBezTo>
                <a:cubicBezTo>
                  <a:pt x="2706" y="673"/>
                  <a:pt x="2707" y="674"/>
                  <a:pt x="2708" y="674"/>
                </a:cubicBezTo>
                <a:cubicBezTo>
                  <a:pt x="2712" y="669"/>
                  <a:pt x="2716" y="664"/>
                  <a:pt x="2720" y="660"/>
                </a:cubicBezTo>
                <a:cubicBezTo>
                  <a:pt x="2732" y="648"/>
                  <a:pt x="2743" y="635"/>
                  <a:pt x="2757" y="626"/>
                </a:cubicBezTo>
                <a:cubicBezTo>
                  <a:pt x="2770" y="618"/>
                  <a:pt x="2777" y="607"/>
                  <a:pt x="2788" y="598"/>
                </a:cubicBezTo>
                <a:cubicBezTo>
                  <a:pt x="2797" y="590"/>
                  <a:pt x="2804" y="592"/>
                  <a:pt x="2811" y="602"/>
                </a:cubicBezTo>
                <a:cubicBezTo>
                  <a:pt x="2812" y="605"/>
                  <a:pt x="2814" y="609"/>
                  <a:pt x="2816" y="612"/>
                </a:cubicBezTo>
                <a:cubicBezTo>
                  <a:pt x="2821" y="619"/>
                  <a:pt x="2818" y="625"/>
                  <a:pt x="2814" y="631"/>
                </a:cubicBezTo>
                <a:cubicBezTo>
                  <a:pt x="2800" y="653"/>
                  <a:pt x="2787" y="675"/>
                  <a:pt x="2773" y="697"/>
                </a:cubicBezTo>
                <a:cubicBezTo>
                  <a:pt x="2771" y="702"/>
                  <a:pt x="2770" y="708"/>
                  <a:pt x="2770" y="711"/>
                </a:cubicBezTo>
                <a:cubicBezTo>
                  <a:pt x="2766" y="713"/>
                  <a:pt x="2761" y="715"/>
                  <a:pt x="2760" y="718"/>
                </a:cubicBezTo>
                <a:cubicBezTo>
                  <a:pt x="2757" y="722"/>
                  <a:pt x="2751" y="726"/>
                  <a:pt x="2759" y="734"/>
                </a:cubicBezTo>
                <a:cubicBezTo>
                  <a:pt x="2754" y="739"/>
                  <a:pt x="2747" y="743"/>
                  <a:pt x="2742" y="749"/>
                </a:cubicBezTo>
                <a:cubicBezTo>
                  <a:pt x="2736" y="755"/>
                  <a:pt x="2732" y="763"/>
                  <a:pt x="2727" y="770"/>
                </a:cubicBezTo>
                <a:cubicBezTo>
                  <a:pt x="2713" y="792"/>
                  <a:pt x="2700" y="814"/>
                  <a:pt x="2686" y="836"/>
                </a:cubicBezTo>
                <a:cubicBezTo>
                  <a:pt x="2681" y="844"/>
                  <a:pt x="2672" y="850"/>
                  <a:pt x="2664" y="857"/>
                </a:cubicBezTo>
                <a:cubicBezTo>
                  <a:pt x="2660" y="861"/>
                  <a:pt x="2659" y="864"/>
                  <a:pt x="2661" y="870"/>
                </a:cubicBezTo>
                <a:cubicBezTo>
                  <a:pt x="2665" y="878"/>
                  <a:pt x="2666" y="887"/>
                  <a:pt x="2663" y="896"/>
                </a:cubicBezTo>
                <a:cubicBezTo>
                  <a:pt x="2662" y="899"/>
                  <a:pt x="2663" y="903"/>
                  <a:pt x="2664" y="906"/>
                </a:cubicBezTo>
                <a:cubicBezTo>
                  <a:pt x="2668" y="918"/>
                  <a:pt x="2672" y="931"/>
                  <a:pt x="2677" y="943"/>
                </a:cubicBezTo>
                <a:cubicBezTo>
                  <a:pt x="2679" y="949"/>
                  <a:pt x="2683" y="955"/>
                  <a:pt x="2688" y="957"/>
                </a:cubicBezTo>
                <a:cubicBezTo>
                  <a:pt x="2720" y="971"/>
                  <a:pt x="2752" y="984"/>
                  <a:pt x="2784" y="997"/>
                </a:cubicBezTo>
                <a:cubicBezTo>
                  <a:pt x="2788" y="999"/>
                  <a:pt x="2793" y="998"/>
                  <a:pt x="2797" y="998"/>
                </a:cubicBezTo>
                <a:cubicBezTo>
                  <a:pt x="2858" y="998"/>
                  <a:pt x="2918" y="998"/>
                  <a:pt x="2980" y="998"/>
                </a:cubicBezTo>
                <a:cubicBezTo>
                  <a:pt x="2980" y="1027"/>
                  <a:pt x="2980" y="1056"/>
                  <a:pt x="2980" y="1086"/>
                </a:cubicBezTo>
                <a:cubicBezTo>
                  <a:pt x="1987" y="1086"/>
                  <a:pt x="994" y="1086"/>
                  <a:pt x="0" y="1086"/>
                </a:cubicBezTo>
                <a:cubicBezTo>
                  <a:pt x="0" y="992"/>
                  <a:pt x="0" y="899"/>
                  <a:pt x="0" y="806"/>
                </a:cubicBezTo>
                <a:close/>
                <a:moveTo>
                  <a:pt x="2347" y="754"/>
                </a:moveTo>
                <a:cubicBezTo>
                  <a:pt x="2345" y="754"/>
                  <a:pt x="2344" y="754"/>
                  <a:pt x="2343" y="754"/>
                </a:cubicBezTo>
                <a:cubicBezTo>
                  <a:pt x="2339" y="757"/>
                  <a:pt x="2333" y="761"/>
                  <a:pt x="2331" y="765"/>
                </a:cubicBezTo>
                <a:cubicBezTo>
                  <a:pt x="2326" y="774"/>
                  <a:pt x="2323" y="784"/>
                  <a:pt x="2318" y="793"/>
                </a:cubicBezTo>
                <a:cubicBezTo>
                  <a:pt x="2314" y="801"/>
                  <a:pt x="2317" y="804"/>
                  <a:pt x="2324" y="807"/>
                </a:cubicBezTo>
                <a:cubicBezTo>
                  <a:pt x="2357" y="821"/>
                  <a:pt x="2390" y="835"/>
                  <a:pt x="2423" y="848"/>
                </a:cubicBezTo>
                <a:cubicBezTo>
                  <a:pt x="2430" y="852"/>
                  <a:pt x="2433" y="850"/>
                  <a:pt x="2434" y="842"/>
                </a:cubicBezTo>
                <a:cubicBezTo>
                  <a:pt x="2435" y="825"/>
                  <a:pt x="2436" y="808"/>
                  <a:pt x="2438" y="791"/>
                </a:cubicBezTo>
                <a:cubicBezTo>
                  <a:pt x="2438" y="789"/>
                  <a:pt x="2437" y="786"/>
                  <a:pt x="2436" y="784"/>
                </a:cubicBezTo>
                <a:cubicBezTo>
                  <a:pt x="2429" y="769"/>
                  <a:pt x="2430" y="753"/>
                  <a:pt x="2433" y="737"/>
                </a:cubicBezTo>
                <a:cubicBezTo>
                  <a:pt x="2439" y="704"/>
                  <a:pt x="2445" y="671"/>
                  <a:pt x="2451" y="638"/>
                </a:cubicBezTo>
                <a:cubicBezTo>
                  <a:pt x="2455" y="620"/>
                  <a:pt x="2462" y="602"/>
                  <a:pt x="2466" y="584"/>
                </a:cubicBezTo>
                <a:cubicBezTo>
                  <a:pt x="2468" y="579"/>
                  <a:pt x="2469" y="572"/>
                  <a:pt x="2467" y="569"/>
                </a:cubicBezTo>
                <a:cubicBezTo>
                  <a:pt x="2460" y="560"/>
                  <a:pt x="2462" y="552"/>
                  <a:pt x="2468" y="544"/>
                </a:cubicBezTo>
                <a:cubicBezTo>
                  <a:pt x="2470" y="541"/>
                  <a:pt x="2472" y="538"/>
                  <a:pt x="2472" y="534"/>
                </a:cubicBezTo>
                <a:cubicBezTo>
                  <a:pt x="2473" y="526"/>
                  <a:pt x="2473" y="518"/>
                  <a:pt x="2473" y="510"/>
                </a:cubicBezTo>
                <a:cubicBezTo>
                  <a:pt x="2474" y="500"/>
                  <a:pt x="2476" y="490"/>
                  <a:pt x="2476" y="480"/>
                </a:cubicBezTo>
                <a:cubicBezTo>
                  <a:pt x="2477" y="478"/>
                  <a:pt x="2474" y="475"/>
                  <a:pt x="2473" y="472"/>
                </a:cubicBezTo>
                <a:cubicBezTo>
                  <a:pt x="2471" y="474"/>
                  <a:pt x="2469" y="475"/>
                  <a:pt x="2467" y="477"/>
                </a:cubicBezTo>
                <a:cubicBezTo>
                  <a:pt x="2456" y="487"/>
                  <a:pt x="2447" y="497"/>
                  <a:pt x="2436" y="506"/>
                </a:cubicBezTo>
                <a:cubicBezTo>
                  <a:pt x="2423" y="518"/>
                  <a:pt x="2408" y="528"/>
                  <a:pt x="2395" y="540"/>
                </a:cubicBezTo>
                <a:cubicBezTo>
                  <a:pt x="2390" y="544"/>
                  <a:pt x="2384" y="552"/>
                  <a:pt x="2385" y="557"/>
                </a:cubicBezTo>
                <a:cubicBezTo>
                  <a:pt x="2388" y="569"/>
                  <a:pt x="2383" y="578"/>
                  <a:pt x="2376" y="588"/>
                </a:cubicBezTo>
                <a:cubicBezTo>
                  <a:pt x="2374" y="590"/>
                  <a:pt x="2374" y="593"/>
                  <a:pt x="2373" y="596"/>
                </a:cubicBezTo>
                <a:cubicBezTo>
                  <a:pt x="2370" y="606"/>
                  <a:pt x="2367" y="616"/>
                  <a:pt x="2364" y="626"/>
                </a:cubicBezTo>
                <a:cubicBezTo>
                  <a:pt x="2363" y="628"/>
                  <a:pt x="2360" y="629"/>
                  <a:pt x="2357" y="630"/>
                </a:cubicBezTo>
                <a:cubicBezTo>
                  <a:pt x="2349" y="633"/>
                  <a:pt x="2345" y="627"/>
                  <a:pt x="2337" y="621"/>
                </a:cubicBezTo>
                <a:cubicBezTo>
                  <a:pt x="2338" y="630"/>
                  <a:pt x="2338" y="637"/>
                  <a:pt x="2339" y="643"/>
                </a:cubicBezTo>
                <a:cubicBezTo>
                  <a:pt x="2340" y="647"/>
                  <a:pt x="2340" y="652"/>
                  <a:pt x="2342" y="654"/>
                </a:cubicBezTo>
                <a:cubicBezTo>
                  <a:pt x="2351" y="664"/>
                  <a:pt x="2350" y="667"/>
                  <a:pt x="2338" y="671"/>
                </a:cubicBezTo>
                <a:cubicBezTo>
                  <a:pt x="2336" y="672"/>
                  <a:pt x="2333" y="676"/>
                  <a:pt x="2333" y="678"/>
                </a:cubicBezTo>
                <a:cubicBezTo>
                  <a:pt x="2334" y="687"/>
                  <a:pt x="2337" y="696"/>
                  <a:pt x="2338" y="706"/>
                </a:cubicBezTo>
                <a:cubicBezTo>
                  <a:pt x="2341" y="722"/>
                  <a:pt x="2344" y="738"/>
                  <a:pt x="2347" y="754"/>
                </a:cubicBezTo>
                <a:close/>
                <a:moveTo>
                  <a:pt x="2185" y="524"/>
                </a:moveTo>
                <a:cubicBezTo>
                  <a:pt x="2174" y="534"/>
                  <a:pt x="2160" y="543"/>
                  <a:pt x="2151" y="556"/>
                </a:cubicBezTo>
                <a:cubicBezTo>
                  <a:pt x="2137" y="576"/>
                  <a:pt x="2125" y="599"/>
                  <a:pt x="2104" y="614"/>
                </a:cubicBezTo>
                <a:cubicBezTo>
                  <a:pt x="2103" y="615"/>
                  <a:pt x="2102" y="616"/>
                  <a:pt x="2101" y="618"/>
                </a:cubicBezTo>
                <a:cubicBezTo>
                  <a:pt x="2094" y="628"/>
                  <a:pt x="2086" y="638"/>
                  <a:pt x="2079" y="649"/>
                </a:cubicBezTo>
                <a:cubicBezTo>
                  <a:pt x="2076" y="653"/>
                  <a:pt x="2075" y="659"/>
                  <a:pt x="2075" y="664"/>
                </a:cubicBezTo>
                <a:cubicBezTo>
                  <a:pt x="2073" y="673"/>
                  <a:pt x="2073" y="683"/>
                  <a:pt x="2071" y="692"/>
                </a:cubicBezTo>
                <a:cubicBezTo>
                  <a:pt x="2069" y="699"/>
                  <a:pt x="2070" y="702"/>
                  <a:pt x="2077" y="704"/>
                </a:cubicBezTo>
                <a:cubicBezTo>
                  <a:pt x="2103" y="715"/>
                  <a:pt x="2130" y="726"/>
                  <a:pt x="2156" y="738"/>
                </a:cubicBezTo>
                <a:cubicBezTo>
                  <a:pt x="2162" y="740"/>
                  <a:pt x="2165" y="739"/>
                  <a:pt x="2167" y="733"/>
                </a:cubicBezTo>
                <a:cubicBezTo>
                  <a:pt x="2169" y="729"/>
                  <a:pt x="2172" y="724"/>
                  <a:pt x="2174" y="719"/>
                </a:cubicBezTo>
                <a:cubicBezTo>
                  <a:pt x="2179" y="711"/>
                  <a:pt x="2189" y="705"/>
                  <a:pt x="2183" y="693"/>
                </a:cubicBezTo>
                <a:cubicBezTo>
                  <a:pt x="2182" y="692"/>
                  <a:pt x="2183" y="689"/>
                  <a:pt x="2184" y="688"/>
                </a:cubicBezTo>
                <a:cubicBezTo>
                  <a:pt x="2190" y="683"/>
                  <a:pt x="2201" y="679"/>
                  <a:pt x="2186" y="671"/>
                </a:cubicBezTo>
                <a:cubicBezTo>
                  <a:pt x="2186" y="671"/>
                  <a:pt x="2187" y="671"/>
                  <a:pt x="2186" y="670"/>
                </a:cubicBezTo>
                <a:cubicBezTo>
                  <a:pt x="2182" y="652"/>
                  <a:pt x="2178" y="635"/>
                  <a:pt x="2185" y="616"/>
                </a:cubicBezTo>
                <a:cubicBezTo>
                  <a:pt x="2186" y="613"/>
                  <a:pt x="2186" y="609"/>
                  <a:pt x="2186" y="605"/>
                </a:cubicBezTo>
                <a:cubicBezTo>
                  <a:pt x="2186" y="589"/>
                  <a:pt x="2186" y="573"/>
                  <a:pt x="2192" y="558"/>
                </a:cubicBezTo>
                <a:cubicBezTo>
                  <a:pt x="2197" y="547"/>
                  <a:pt x="2199" y="534"/>
                  <a:pt x="2185" y="524"/>
                </a:cubicBezTo>
                <a:close/>
                <a:moveTo>
                  <a:pt x="1366" y="777"/>
                </a:moveTo>
                <a:cubicBezTo>
                  <a:pt x="1379" y="785"/>
                  <a:pt x="1522" y="814"/>
                  <a:pt x="1529" y="811"/>
                </a:cubicBezTo>
                <a:cubicBezTo>
                  <a:pt x="1499" y="768"/>
                  <a:pt x="1404" y="762"/>
                  <a:pt x="1366" y="777"/>
                </a:cubicBezTo>
                <a:close/>
                <a:moveTo>
                  <a:pt x="1885" y="487"/>
                </a:moveTo>
                <a:cubicBezTo>
                  <a:pt x="1880" y="491"/>
                  <a:pt x="1878" y="493"/>
                  <a:pt x="1875" y="494"/>
                </a:cubicBezTo>
                <a:cubicBezTo>
                  <a:pt x="1867" y="498"/>
                  <a:pt x="1866" y="504"/>
                  <a:pt x="1870" y="512"/>
                </a:cubicBezTo>
                <a:cubicBezTo>
                  <a:pt x="1872" y="518"/>
                  <a:pt x="1872" y="524"/>
                  <a:pt x="1873" y="530"/>
                </a:cubicBezTo>
                <a:cubicBezTo>
                  <a:pt x="1874" y="536"/>
                  <a:pt x="1874" y="542"/>
                  <a:pt x="1875" y="548"/>
                </a:cubicBezTo>
                <a:cubicBezTo>
                  <a:pt x="1876" y="551"/>
                  <a:pt x="1879" y="555"/>
                  <a:pt x="1881" y="555"/>
                </a:cubicBezTo>
                <a:cubicBezTo>
                  <a:pt x="1887" y="554"/>
                  <a:pt x="1896" y="554"/>
                  <a:pt x="1898" y="550"/>
                </a:cubicBezTo>
                <a:cubicBezTo>
                  <a:pt x="1906" y="538"/>
                  <a:pt x="1910" y="523"/>
                  <a:pt x="1918" y="511"/>
                </a:cubicBezTo>
                <a:cubicBezTo>
                  <a:pt x="1923" y="501"/>
                  <a:pt x="1919" y="494"/>
                  <a:pt x="1913" y="487"/>
                </a:cubicBezTo>
                <a:cubicBezTo>
                  <a:pt x="1912" y="485"/>
                  <a:pt x="1908" y="484"/>
                  <a:pt x="1906" y="484"/>
                </a:cubicBezTo>
                <a:cubicBezTo>
                  <a:pt x="1905" y="485"/>
                  <a:pt x="1903" y="488"/>
                  <a:pt x="1903" y="491"/>
                </a:cubicBezTo>
                <a:cubicBezTo>
                  <a:pt x="1902" y="499"/>
                  <a:pt x="1902" y="507"/>
                  <a:pt x="1900" y="515"/>
                </a:cubicBezTo>
                <a:cubicBezTo>
                  <a:pt x="1900" y="518"/>
                  <a:pt x="1896" y="521"/>
                  <a:pt x="1894" y="523"/>
                </a:cubicBezTo>
                <a:cubicBezTo>
                  <a:pt x="1891" y="521"/>
                  <a:pt x="1887" y="518"/>
                  <a:pt x="1887" y="515"/>
                </a:cubicBezTo>
                <a:cubicBezTo>
                  <a:pt x="1886" y="510"/>
                  <a:pt x="1887" y="505"/>
                  <a:pt x="1887" y="499"/>
                </a:cubicBezTo>
                <a:cubicBezTo>
                  <a:pt x="1887" y="496"/>
                  <a:pt x="1886" y="492"/>
                  <a:pt x="1885" y="487"/>
                </a:cubicBezTo>
                <a:close/>
                <a:moveTo>
                  <a:pt x="2712" y="705"/>
                </a:moveTo>
                <a:cubicBezTo>
                  <a:pt x="2710" y="705"/>
                  <a:pt x="2709" y="704"/>
                  <a:pt x="2707" y="704"/>
                </a:cubicBezTo>
                <a:cubicBezTo>
                  <a:pt x="2705" y="708"/>
                  <a:pt x="2703" y="713"/>
                  <a:pt x="2700" y="717"/>
                </a:cubicBezTo>
                <a:cubicBezTo>
                  <a:pt x="2695" y="725"/>
                  <a:pt x="2690" y="735"/>
                  <a:pt x="2683" y="741"/>
                </a:cubicBezTo>
                <a:cubicBezTo>
                  <a:pt x="2675" y="749"/>
                  <a:pt x="2672" y="761"/>
                  <a:pt x="2679" y="767"/>
                </a:cubicBezTo>
                <a:cubicBezTo>
                  <a:pt x="2680" y="766"/>
                  <a:pt x="2681" y="766"/>
                  <a:pt x="2681" y="766"/>
                </a:cubicBezTo>
                <a:cubicBezTo>
                  <a:pt x="2691" y="749"/>
                  <a:pt x="2702" y="733"/>
                  <a:pt x="2711" y="716"/>
                </a:cubicBezTo>
                <a:cubicBezTo>
                  <a:pt x="2713" y="713"/>
                  <a:pt x="2712" y="709"/>
                  <a:pt x="2712" y="705"/>
                </a:cubicBezTo>
                <a:close/>
                <a:moveTo>
                  <a:pt x="2759" y="641"/>
                </a:moveTo>
                <a:cubicBezTo>
                  <a:pt x="2758" y="640"/>
                  <a:pt x="2756" y="639"/>
                  <a:pt x="2755" y="638"/>
                </a:cubicBezTo>
                <a:cubicBezTo>
                  <a:pt x="2743" y="652"/>
                  <a:pt x="2730" y="665"/>
                  <a:pt x="2717" y="679"/>
                </a:cubicBezTo>
                <a:cubicBezTo>
                  <a:pt x="2721" y="683"/>
                  <a:pt x="2724" y="687"/>
                  <a:pt x="2728" y="692"/>
                </a:cubicBezTo>
                <a:cubicBezTo>
                  <a:pt x="2739" y="674"/>
                  <a:pt x="2749" y="657"/>
                  <a:pt x="2759" y="641"/>
                </a:cubicBezTo>
                <a:close/>
                <a:moveTo>
                  <a:pt x="1911" y="568"/>
                </a:moveTo>
                <a:cubicBezTo>
                  <a:pt x="1902" y="564"/>
                  <a:pt x="1879" y="565"/>
                  <a:pt x="1879" y="570"/>
                </a:cubicBezTo>
                <a:cubicBezTo>
                  <a:pt x="1877" y="577"/>
                  <a:pt x="1878" y="585"/>
                  <a:pt x="1878" y="592"/>
                </a:cubicBezTo>
                <a:cubicBezTo>
                  <a:pt x="1879" y="593"/>
                  <a:pt x="1880" y="593"/>
                  <a:pt x="1881" y="593"/>
                </a:cubicBezTo>
                <a:cubicBezTo>
                  <a:pt x="1891" y="585"/>
                  <a:pt x="1900" y="577"/>
                  <a:pt x="1911" y="568"/>
                </a:cubicBezTo>
                <a:close/>
                <a:moveTo>
                  <a:pt x="2789" y="650"/>
                </a:moveTo>
                <a:cubicBezTo>
                  <a:pt x="2787" y="649"/>
                  <a:pt x="2785" y="649"/>
                  <a:pt x="2784" y="648"/>
                </a:cubicBezTo>
                <a:cubicBezTo>
                  <a:pt x="2778" y="656"/>
                  <a:pt x="2772" y="663"/>
                  <a:pt x="2768" y="671"/>
                </a:cubicBezTo>
                <a:cubicBezTo>
                  <a:pt x="2766" y="674"/>
                  <a:pt x="2769" y="680"/>
                  <a:pt x="2770" y="684"/>
                </a:cubicBezTo>
                <a:cubicBezTo>
                  <a:pt x="2773" y="682"/>
                  <a:pt x="2776" y="680"/>
                  <a:pt x="2779" y="678"/>
                </a:cubicBezTo>
                <a:cubicBezTo>
                  <a:pt x="2781" y="674"/>
                  <a:pt x="2784" y="670"/>
                  <a:pt x="2785" y="666"/>
                </a:cubicBezTo>
                <a:cubicBezTo>
                  <a:pt x="2787" y="661"/>
                  <a:pt x="2788" y="655"/>
                  <a:pt x="2789" y="650"/>
                </a:cubicBezTo>
                <a:close/>
                <a:moveTo>
                  <a:pt x="2724" y="758"/>
                </a:moveTo>
                <a:cubicBezTo>
                  <a:pt x="2738" y="748"/>
                  <a:pt x="2743" y="734"/>
                  <a:pt x="2736" y="726"/>
                </a:cubicBezTo>
                <a:cubicBezTo>
                  <a:pt x="2721" y="740"/>
                  <a:pt x="2718" y="749"/>
                  <a:pt x="2724" y="758"/>
                </a:cubicBezTo>
                <a:close/>
                <a:moveTo>
                  <a:pt x="2714" y="764"/>
                </a:moveTo>
                <a:cubicBezTo>
                  <a:pt x="2699" y="777"/>
                  <a:pt x="2696" y="788"/>
                  <a:pt x="2704" y="793"/>
                </a:cubicBezTo>
                <a:cubicBezTo>
                  <a:pt x="2718" y="778"/>
                  <a:pt x="2720" y="773"/>
                  <a:pt x="2714" y="764"/>
                </a:cubicBezTo>
                <a:close/>
                <a:moveTo>
                  <a:pt x="2747" y="723"/>
                </a:moveTo>
                <a:cubicBezTo>
                  <a:pt x="2761" y="711"/>
                  <a:pt x="2763" y="703"/>
                  <a:pt x="2756" y="696"/>
                </a:cubicBezTo>
                <a:cubicBezTo>
                  <a:pt x="2742" y="708"/>
                  <a:pt x="2740" y="712"/>
                  <a:pt x="2747" y="723"/>
                </a:cubicBezTo>
                <a:close/>
                <a:moveTo>
                  <a:pt x="2687" y="826"/>
                </a:moveTo>
                <a:cubicBezTo>
                  <a:pt x="2690" y="818"/>
                  <a:pt x="2694" y="811"/>
                  <a:pt x="2697" y="805"/>
                </a:cubicBezTo>
                <a:cubicBezTo>
                  <a:pt x="2683" y="811"/>
                  <a:pt x="2680" y="819"/>
                  <a:pt x="2687" y="826"/>
                </a:cubicBezTo>
                <a:close/>
                <a:moveTo>
                  <a:pt x="2360" y="608"/>
                </a:moveTo>
                <a:cubicBezTo>
                  <a:pt x="2361" y="600"/>
                  <a:pt x="2361" y="595"/>
                  <a:pt x="2362" y="590"/>
                </a:cubicBezTo>
                <a:cubicBezTo>
                  <a:pt x="2360" y="590"/>
                  <a:pt x="2356" y="590"/>
                  <a:pt x="2355" y="591"/>
                </a:cubicBezTo>
                <a:cubicBezTo>
                  <a:pt x="2351" y="596"/>
                  <a:pt x="2352" y="601"/>
                  <a:pt x="2360" y="60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7A7196E6-5CCE-4093-B4F0-F4442DE9AA87}"/>
              </a:ext>
            </a:extLst>
          </p:cNvPr>
          <p:cNvSpPr>
            <a:spLocks/>
          </p:cNvSpPr>
          <p:nvPr/>
        </p:nvSpPr>
        <p:spPr bwMode="auto">
          <a:xfrm>
            <a:off x="9229235" y="0"/>
            <a:ext cx="588534" cy="2537290"/>
          </a:xfrm>
          <a:custGeom>
            <a:avLst/>
            <a:gdLst>
              <a:gd name="connsiteX0" fmla="*/ 70050 w 588534"/>
              <a:gd name="connsiteY0" fmla="*/ 0 h 2537290"/>
              <a:gd name="connsiteX1" fmla="*/ 147182 w 588534"/>
              <a:gd name="connsiteY1" fmla="*/ 0 h 2537290"/>
              <a:gd name="connsiteX2" fmla="*/ 151432 w 588534"/>
              <a:gd name="connsiteY2" fmla="*/ 138082 h 2537290"/>
              <a:gd name="connsiteX3" fmla="*/ 194669 w 588534"/>
              <a:gd name="connsiteY3" fmla="*/ 1542709 h 2537290"/>
              <a:gd name="connsiteX4" fmla="*/ 294266 w 588534"/>
              <a:gd name="connsiteY4" fmla="*/ 1542709 h 2537290"/>
              <a:gd name="connsiteX5" fmla="*/ 380284 w 588534"/>
              <a:gd name="connsiteY5" fmla="*/ 1542709 h 2537290"/>
              <a:gd name="connsiteX6" fmla="*/ 386386 w 588534"/>
              <a:gd name="connsiteY6" fmla="*/ 134471 h 2537290"/>
              <a:gd name="connsiteX7" fmla="*/ 386968 w 588534"/>
              <a:gd name="connsiteY7" fmla="*/ 0 h 2537290"/>
              <a:gd name="connsiteX8" fmla="*/ 463958 w 588534"/>
              <a:gd name="connsiteY8" fmla="*/ 0 h 2537290"/>
              <a:gd name="connsiteX9" fmla="*/ 463251 w 588534"/>
              <a:gd name="connsiteY9" fmla="*/ 163399 h 2537290"/>
              <a:gd name="connsiteX10" fmla="*/ 457246 w 588534"/>
              <a:gd name="connsiteY10" fmla="*/ 1551570 h 2537290"/>
              <a:gd name="connsiteX11" fmla="*/ 516099 w 588534"/>
              <a:gd name="connsiteY11" fmla="*/ 1591446 h 2537290"/>
              <a:gd name="connsiteX12" fmla="*/ 552317 w 588534"/>
              <a:gd name="connsiteY12" fmla="*/ 1631322 h 2537290"/>
              <a:gd name="connsiteX13" fmla="*/ 588534 w 588534"/>
              <a:gd name="connsiteY13" fmla="*/ 1719936 h 2537290"/>
              <a:gd name="connsiteX14" fmla="*/ 588534 w 588534"/>
              <a:gd name="connsiteY14" fmla="*/ 1892734 h 2537290"/>
              <a:gd name="connsiteX15" fmla="*/ 561371 w 588534"/>
              <a:gd name="connsiteY15" fmla="*/ 1972487 h 2537290"/>
              <a:gd name="connsiteX16" fmla="*/ 421028 w 588534"/>
              <a:gd name="connsiteY16" fmla="*/ 2167438 h 2537290"/>
              <a:gd name="connsiteX17" fmla="*/ 384811 w 588534"/>
              <a:gd name="connsiteY17" fmla="*/ 2198453 h 2537290"/>
              <a:gd name="connsiteX18" fmla="*/ 384811 w 588534"/>
              <a:gd name="connsiteY18" fmla="*/ 2202884 h 2537290"/>
              <a:gd name="connsiteX19" fmla="*/ 344067 w 588534"/>
              <a:gd name="connsiteY19" fmla="*/ 2362388 h 2537290"/>
              <a:gd name="connsiteX20" fmla="*/ 484408 w 588534"/>
              <a:gd name="connsiteY20" fmla="*/ 2371249 h 2537290"/>
              <a:gd name="connsiteX21" fmla="*/ 511572 w 588534"/>
              <a:gd name="connsiteY21" fmla="*/ 2269344 h 2537290"/>
              <a:gd name="connsiteX22" fmla="*/ 511572 w 588534"/>
              <a:gd name="connsiteY22" fmla="*/ 2256052 h 2537290"/>
              <a:gd name="connsiteX23" fmla="*/ 511572 w 588534"/>
              <a:gd name="connsiteY23" fmla="*/ 2225037 h 2537290"/>
              <a:gd name="connsiteX24" fmla="*/ 543262 w 588534"/>
              <a:gd name="connsiteY24" fmla="*/ 2220606 h 2537290"/>
              <a:gd name="connsiteX25" fmla="*/ 552317 w 588534"/>
              <a:gd name="connsiteY25" fmla="*/ 2260482 h 2537290"/>
              <a:gd name="connsiteX26" fmla="*/ 552317 w 588534"/>
              <a:gd name="connsiteY26" fmla="*/ 2273774 h 2537290"/>
              <a:gd name="connsiteX27" fmla="*/ 552317 w 588534"/>
              <a:gd name="connsiteY27" fmla="*/ 2287066 h 2537290"/>
              <a:gd name="connsiteX28" fmla="*/ 543262 w 588534"/>
              <a:gd name="connsiteY28" fmla="*/ 2464295 h 2537290"/>
              <a:gd name="connsiteX29" fmla="*/ 307849 w 588534"/>
              <a:gd name="connsiteY29" fmla="*/ 2526324 h 2537290"/>
              <a:gd name="connsiteX30" fmla="*/ 172033 w 588534"/>
              <a:gd name="connsiteY30" fmla="*/ 2309220 h 2537290"/>
              <a:gd name="connsiteX31" fmla="*/ 203723 w 588534"/>
              <a:gd name="connsiteY31" fmla="*/ 2202884 h 2537290"/>
              <a:gd name="connsiteX32" fmla="*/ 167506 w 588534"/>
              <a:gd name="connsiteY32" fmla="*/ 2167438 h 2537290"/>
              <a:gd name="connsiteX33" fmla="*/ 27163 w 588534"/>
              <a:gd name="connsiteY33" fmla="*/ 1972487 h 2537290"/>
              <a:gd name="connsiteX34" fmla="*/ 0 w 588534"/>
              <a:gd name="connsiteY34" fmla="*/ 1892734 h 2537290"/>
              <a:gd name="connsiteX35" fmla="*/ 0 w 588534"/>
              <a:gd name="connsiteY35" fmla="*/ 1719936 h 2537290"/>
              <a:gd name="connsiteX36" fmla="*/ 36217 w 588534"/>
              <a:gd name="connsiteY36" fmla="*/ 1631322 h 2537290"/>
              <a:gd name="connsiteX37" fmla="*/ 72435 w 588534"/>
              <a:gd name="connsiteY37" fmla="*/ 1591446 h 2537290"/>
              <a:gd name="connsiteX38" fmla="*/ 117707 w 588534"/>
              <a:gd name="connsiteY38" fmla="*/ 1556001 h 2537290"/>
              <a:gd name="connsiteX39" fmla="*/ 73771 w 588534"/>
              <a:gd name="connsiteY39" fmla="*/ 121486 h 2537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8534" h="2537290">
                <a:moveTo>
                  <a:pt x="70050" y="0"/>
                </a:moveTo>
                <a:lnTo>
                  <a:pt x="147182" y="0"/>
                </a:lnTo>
                <a:lnTo>
                  <a:pt x="151432" y="138082"/>
                </a:lnTo>
                <a:cubicBezTo>
                  <a:pt x="164391" y="559084"/>
                  <a:pt x="178753" y="1025650"/>
                  <a:pt x="194669" y="1542709"/>
                </a:cubicBezTo>
                <a:cubicBezTo>
                  <a:pt x="194669" y="1542709"/>
                  <a:pt x="194669" y="1542709"/>
                  <a:pt x="294266" y="1542709"/>
                </a:cubicBezTo>
                <a:cubicBezTo>
                  <a:pt x="294266" y="1542709"/>
                  <a:pt x="294266" y="1542709"/>
                  <a:pt x="380284" y="1542709"/>
                </a:cubicBezTo>
                <a:cubicBezTo>
                  <a:pt x="380284" y="1542709"/>
                  <a:pt x="380284" y="1542709"/>
                  <a:pt x="386386" y="134471"/>
                </a:cubicBezTo>
                <a:lnTo>
                  <a:pt x="386968" y="0"/>
                </a:lnTo>
                <a:lnTo>
                  <a:pt x="463958" y="0"/>
                </a:lnTo>
                <a:lnTo>
                  <a:pt x="463251" y="163399"/>
                </a:lnTo>
                <a:cubicBezTo>
                  <a:pt x="461451" y="579469"/>
                  <a:pt x="459456" y="1040568"/>
                  <a:pt x="457246" y="1551570"/>
                </a:cubicBezTo>
                <a:cubicBezTo>
                  <a:pt x="479882" y="1560432"/>
                  <a:pt x="497990" y="1573724"/>
                  <a:pt x="516099" y="1591446"/>
                </a:cubicBezTo>
                <a:cubicBezTo>
                  <a:pt x="516099" y="1591446"/>
                  <a:pt x="516099" y="1591446"/>
                  <a:pt x="552317" y="1631322"/>
                </a:cubicBezTo>
                <a:cubicBezTo>
                  <a:pt x="574953" y="1653476"/>
                  <a:pt x="588534" y="1688921"/>
                  <a:pt x="588534" y="1719936"/>
                </a:cubicBezTo>
                <a:cubicBezTo>
                  <a:pt x="588534" y="1719936"/>
                  <a:pt x="588534" y="1719936"/>
                  <a:pt x="588534" y="1892734"/>
                </a:cubicBezTo>
                <a:cubicBezTo>
                  <a:pt x="588534" y="1919318"/>
                  <a:pt x="579479" y="1945902"/>
                  <a:pt x="561371" y="1972487"/>
                </a:cubicBezTo>
                <a:cubicBezTo>
                  <a:pt x="561371" y="1972487"/>
                  <a:pt x="561371" y="1972487"/>
                  <a:pt x="421028" y="2167438"/>
                </a:cubicBezTo>
                <a:cubicBezTo>
                  <a:pt x="411973" y="2180730"/>
                  <a:pt x="398392" y="2189591"/>
                  <a:pt x="384811" y="2198453"/>
                </a:cubicBezTo>
                <a:cubicBezTo>
                  <a:pt x="384811" y="2202884"/>
                  <a:pt x="384811" y="2202884"/>
                  <a:pt x="384811" y="2202884"/>
                </a:cubicBezTo>
                <a:cubicBezTo>
                  <a:pt x="366701" y="2233898"/>
                  <a:pt x="325957" y="2313650"/>
                  <a:pt x="344067" y="2362388"/>
                </a:cubicBezTo>
                <a:cubicBezTo>
                  <a:pt x="362175" y="2411127"/>
                  <a:pt x="457246" y="2415557"/>
                  <a:pt x="484408" y="2371249"/>
                </a:cubicBezTo>
                <a:cubicBezTo>
                  <a:pt x="497990" y="2349096"/>
                  <a:pt x="507044" y="2304789"/>
                  <a:pt x="511572" y="2269344"/>
                </a:cubicBezTo>
                <a:cubicBezTo>
                  <a:pt x="511572" y="2264913"/>
                  <a:pt x="511572" y="2260482"/>
                  <a:pt x="511572" y="2256052"/>
                </a:cubicBezTo>
                <a:cubicBezTo>
                  <a:pt x="511572" y="2251621"/>
                  <a:pt x="511572" y="2238329"/>
                  <a:pt x="511572" y="2225037"/>
                </a:cubicBezTo>
                <a:cubicBezTo>
                  <a:pt x="511572" y="2207314"/>
                  <a:pt x="538735" y="2202884"/>
                  <a:pt x="543262" y="2220606"/>
                </a:cubicBezTo>
                <a:cubicBezTo>
                  <a:pt x="547790" y="2233898"/>
                  <a:pt x="547790" y="2251621"/>
                  <a:pt x="552317" y="2260482"/>
                </a:cubicBezTo>
                <a:cubicBezTo>
                  <a:pt x="552317" y="2264913"/>
                  <a:pt x="552317" y="2269344"/>
                  <a:pt x="552317" y="2273774"/>
                </a:cubicBezTo>
                <a:cubicBezTo>
                  <a:pt x="552317" y="2278205"/>
                  <a:pt x="552317" y="2282636"/>
                  <a:pt x="552317" y="2287066"/>
                </a:cubicBezTo>
                <a:cubicBezTo>
                  <a:pt x="556843" y="2313650"/>
                  <a:pt x="584007" y="2388973"/>
                  <a:pt x="543262" y="2464295"/>
                </a:cubicBezTo>
                <a:cubicBezTo>
                  <a:pt x="507044" y="2530755"/>
                  <a:pt x="393865" y="2552908"/>
                  <a:pt x="307849" y="2526324"/>
                </a:cubicBezTo>
                <a:cubicBezTo>
                  <a:pt x="208250" y="2495309"/>
                  <a:pt x="162978" y="2397835"/>
                  <a:pt x="172033" y="2309220"/>
                </a:cubicBezTo>
                <a:cubicBezTo>
                  <a:pt x="176561" y="2273774"/>
                  <a:pt x="190142" y="2233898"/>
                  <a:pt x="203723" y="2202884"/>
                </a:cubicBezTo>
                <a:cubicBezTo>
                  <a:pt x="190142" y="2194022"/>
                  <a:pt x="176561" y="2180730"/>
                  <a:pt x="167506" y="2167438"/>
                </a:cubicBezTo>
                <a:cubicBezTo>
                  <a:pt x="167506" y="2167438"/>
                  <a:pt x="167506" y="2167438"/>
                  <a:pt x="27163" y="1972487"/>
                </a:cubicBezTo>
                <a:cubicBezTo>
                  <a:pt x="9055" y="1945902"/>
                  <a:pt x="0" y="1919318"/>
                  <a:pt x="0" y="1892734"/>
                </a:cubicBezTo>
                <a:cubicBezTo>
                  <a:pt x="0" y="1892734"/>
                  <a:pt x="0" y="1892734"/>
                  <a:pt x="0" y="1719936"/>
                </a:cubicBezTo>
                <a:cubicBezTo>
                  <a:pt x="0" y="1688921"/>
                  <a:pt x="13581" y="1653476"/>
                  <a:pt x="36217" y="1631322"/>
                </a:cubicBezTo>
                <a:cubicBezTo>
                  <a:pt x="36217" y="1631322"/>
                  <a:pt x="36217" y="1631322"/>
                  <a:pt x="72435" y="1591446"/>
                </a:cubicBezTo>
                <a:cubicBezTo>
                  <a:pt x="86016" y="1578154"/>
                  <a:pt x="99598" y="1564862"/>
                  <a:pt x="117707" y="1556001"/>
                </a:cubicBezTo>
                <a:cubicBezTo>
                  <a:pt x="117707" y="1556001"/>
                  <a:pt x="117707" y="1556001"/>
                  <a:pt x="73771" y="12148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xmlns="" id="{9519677B-9C04-4A0E-B3CE-52B49BB49427}"/>
              </a:ext>
            </a:extLst>
          </p:cNvPr>
          <p:cNvSpPr txBox="1"/>
          <p:nvPr/>
        </p:nvSpPr>
        <p:spPr>
          <a:xfrm>
            <a:off x="559560" y="6399673"/>
            <a:ext cx="63597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cs typeface="Arial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http://www.free-powerpoint-templates-design.com</a:t>
            </a:r>
            <a:endParaRPr lang="ko-KR" altLang="en-US" sz="1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49B80F9-37DC-415C-BB58-D60CCA13D8E1}"/>
              </a:ext>
            </a:extLst>
          </p:cNvPr>
          <p:cNvSpPr txBox="1"/>
          <p:nvPr/>
        </p:nvSpPr>
        <p:spPr>
          <a:xfrm>
            <a:off x="627800" y="1304726"/>
            <a:ext cx="79828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SISTEM PRODUKSI TEPAT WAKTU (JUST IN TIME-JIT)</a:t>
            </a:r>
            <a:endParaRPr lang="en-US" altLang="ko-KR" sz="4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CDC38B4-5D5A-4CFF-8275-75F6BEE39CD4}"/>
              </a:ext>
            </a:extLst>
          </p:cNvPr>
          <p:cNvSpPr txBox="1"/>
          <p:nvPr/>
        </p:nvSpPr>
        <p:spPr>
          <a:xfrm>
            <a:off x="627800" y="2699008"/>
            <a:ext cx="635977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cs typeface="Arial" pitchFamily="34" charset="0"/>
              </a:rPr>
              <a:t>Total Quality Management</a:t>
            </a:r>
          </a:p>
          <a:p>
            <a:pPr algn="ctr"/>
            <a:r>
              <a:rPr lang="en-US" altLang="ko-KR" sz="2000" dirty="0" err="1" smtClean="0">
                <a:solidFill>
                  <a:schemeClr val="bg1"/>
                </a:solidFill>
                <a:cs typeface="Arial" pitchFamily="34" charset="0"/>
              </a:rPr>
              <a:t>Pertemuan</a:t>
            </a:r>
            <a:r>
              <a:rPr lang="en-US" altLang="ko-KR" sz="2000" dirty="0" smtClean="0">
                <a:solidFill>
                  <a:schemeClr val="bg1"/>
                </a:solidFill>
                <a:cs typeface="Arial" pitchFamily="34" charset="0"/>
              </a:rPr>
              <a:t> – 3</a:t>
            </a:r>
          </a:p>
          <a:p>
            <a:pPr algn="ctr"/>
            <a:r>
              <a:rPr lang="en-US" altLang="ko-KR" sz="2000" dirty="0" err="1" smtClean="0">
                <a:solidFill>
                  <a:schemeClr val="bg1"/>
                </a:solidFill>
                <a:cs typeface="Arial" pitchFamily="34" charset="0"/>
              </a:rPr>
              <a:t>Arta</a:t>
            </a:r>
            <a:r>
              <a:rPr lang="en-US" altLang="ko-KR" sz="20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2000" dirty="0" err="1" smtClean="0">
                <a:solidFill>
                  <a:schemeClr val="bg1"/>
                </a:solidFill>
                <a:cs typeface="Arial" pitchFamily="34" charset="0"/>
              </a:rPr>
              <a:t>Rusidarma</a:t>
            </a:r>
            <a:r>
              <a:rPr lang="en-US" altLang="ko-KR" sz="2000" dirty="0" smtClean="0">
                <a:solidFill>
                  <a:schemeClr val="bg1"/>
                </a:solidFill>
                <a:cs typeface="Arial" pitchFamily="34" charset="0"/>
              </a:rPr>
              <a:t> Putra, ST., MM</a:t>
            </a:r>
            <a:endParaRPr lang="ko-KR" altLang="en-US" sz="2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113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3CA5AAE-8CEB-4DCC-8467-DBD0E450926D}"/>
              </a:ext>
            </a:extLst>
          </p:cNvPr>
          <p:cNvSpPr/>
          <p:nvPr/>
        </p:nvSpPr>
        <p:spPr>
          <a:xfrm>
            <a:off x="177801" y="745068"/>
            <a:ext cx="11802532" cy="50994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xmlns="" id="{1C71AA34-E6F9-4871-90E9-9FECBBF4AFEE}"/>
              </a:ext>
            </a:extLst>
          </p:cNvPr>
          <p:cNvSpPr txBox="1">
            <a:spLocks/>
          </p:cNvSpPr>
          <p:nvPr/>
        </p:nvSpPr>
        <p:spPr>
          <a:xfrm>
            <a:off x="280866" y="1731580"/>
            <a:ext cx="2745574" cy="204689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3600" dirty="0" err="1">
                <a:solidFill>
                  <a:schemeClr val="bg1"/>
                </a:solidFill>
              </a:rPr>
              <a:t>Pengertian</a:t>
            </a:r>
            <a:r>
              <a:rPr lang="en-US" sz="3600" dirty="0">
                <a:solidFill>
                  <a:schemeClr val="bg1"/>
                </a:solidFill>
              </a:rPr>
              <a:t> Just In Time (JIT) </a:t>
            </a:r>
            <a:endParaRPr lang="en-US" altLang="ko-KR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9D9CB43-C2B9-46ED-AA25-62508F683B72}"/>
              </a:ext>
            </a:extLst>
          </p:cNvPr>
          <p:cNvSpPr txBox="1"/>
          <p:nvPr/>
        </p:nvSpPr>
        <p:spPr>
          <a:xfrm>
            <a:off x="3107267" y="745068"/>
            <a:ext cx="8873066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sz="1700" dirty="0" err="1">
                <a:solidFill>
                  <a:schemeClr val="bg1"/>
                </a:solidFill>
              </a:rPr>
              <a:t>Sistem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produksi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tepat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waktu</a:t>
            </a:r>
            <a:r>
              <a:rPr lang="en-US" sz="1700" dirty="0">
                <a:solidFill>
                  <a:schemeClr val="bg1"/>
                </a:solidFill>
              </a:rPr>
              <a:t> (Just In Time) </a:t>
            </a:r>
            <a:r>
              <a:rPr lang="en-US" sz="1700" dirty="0" err="1">
                <a:solidFill>
                  <a:schemeClr val="bg1"/>
                </a:solidFill>
              </a:rPr>
              <a:t>adalah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sistem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produksi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atau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sistem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manajemen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smtClean="0">
                <a:solidFill>
                  <a:schemeClr val="bg1"/>
                </a:solidFill>
              </a:rPr>
              <a:t>yang </a:t>
            </a:r>
            <a:r>
              <a:rPr lang="en-US" sz="1700" dirty="0" err="1">
                <a:solidFill>
                  <a:schemeClr val="bg1"/>
                </a:solidFill>
              </a:rPr>
              <a:t>dikembangkan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oleh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perusahaan-perusahaan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Jepang</a:t>
            </a:r>
            <a:r>
              <a:rPr lang="en-US" sz="1700" dirty="0">
                <a:solidFill>
                  <a:schemeClr val="bg1"/>
                </a:solidFill>
              </a:rPr>
              <a:t> yang </a:t>
            </a:r>
            <a:r>
              <a:rPr lang="en-US" sz="1700" dirty="0" err="1">
                <a:solidFill>
                  <a:schemeClr val="bg1"/>
                </a:solidFill>
              </a:rPr>
              <a:t>pada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prinsipnya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hanya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memproduksi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jenis-jenis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barang</a:t>
            </a:r>
            <a:r>
              <a:rPr lang="en-US" sz="1700" dirty="0">
                <a:solidFill>
                  <a:schemeClr val="bg1"/>
                </a:solidFill>
              </a:rPr>
              <a:t> yang </a:t>
            </a:r>
            <a:r>
              <a:rPr lang="en-US" sz="1700" dirty="0" err="1" smtClean="0">
                <a:solidFill>
                  <a:schemeClr val="bg1"/>
                </a:solidFill>
              </a:rPr>
              <a:t>diminta</a:t>
            </a:r>
            <a:r>
              <a:rPr lang="en-US" sz="1700" dirty="0" smtClean="0">
                <a:solidFill>
                  <a:schemeClr val="bg1"/>
                </a:solidFill>
              </a:rPr>
              <a:t> </a:t>
            </a:r>
            <a:r>
              <a:rPr lang="en-US" sz="1700" dirty="0" err="1" smtClean="0">
                <a:solidFill>
                  <a:schemeClr val="bg1"/>
                </a:solidFill>
              </a:rPr>
              <a:t>sejumlah</a:t>
            </a:r>
            <a:r>
              <a:rPr lang="en-US" sz="1700" dirty="0" smtClean="0">
                <a:solidFill>
                  <a:schemeClr val="bg1"/>
                </a:solidFill>
              </a:rPr>
              <a:t> </a:t>
            </a:r>
            <a:r>
              <a:rPr lang="en-US" sz="1700" dirty="0">
                <a:solidFill>
                  <a:schemeClr val="bg1"/>
                </a:solidFill>
              </a:rPr>
              <a:t>yang </a:t>
            </a:r>
            <a:r>
              <a:rPr lang="en-US" sz="1700" dirty="0" err="1">
                <a:solidFill>
                  <a:schemeClr val="bg1"/>
                </a:solidFill>
              </a:rPr>
              <a:t>diperlukan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pada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saat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dibutuhkan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oleh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 smtClean="0">
                <a:solidFill>
                  <a:schemeClr val="bg1"/>
                </a:solidFill>
              </a:rPr>
              <a:t>konsumen</a:t>
            </a:r>
            <a:r>
              <a:rPr lang="en-US" sz="1700" dirty="0" smtClean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700" dirty="0" err="1" smtClean="0">
                <a:solidFill>
                  <a:schemeClr val="bg1"/>
                </a:solidFill>
              </a:rPr>
              <a:t>Konsep</a:t>
            </a:r>
            <a:r>
              <a:rPr lang="en-US" sz="1700" dirty="0" smtClean="0">
                <a:solidFill>
                  <a:schemeClr val="bg1"/>
                </a:solidFill>
              </a:rPr>
              <a:t> </a:t>
            </a:r>
            <a:r>
              <a:rPr lang="en-US" sz="1700" dirty="0">
                <a:solidFill>
                  <a:schemeClr val="bg1"/>
                </a:solidFill>
              </a:rPr>
              <a:t>just in time </a:t>
            </a:r>
            <a:r>
              <a:rPr lang="en-US" sz="1700" dirty="0" err="1">
                <a:solidFill>
                  <a:schemeClr val="bg1"/>
                </a:solidFill>
              </a:rPr>
              <a:t>adalah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suatu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konsep</a:t>
            </a:r>
            <a:r>
              <a:rPr lang="en-US" sz="1700" dirty="0">
                <a:solidFill>
                  <a:schemeClr val="bg1"/>
                </a:solidFill>
              </a:rPr>
              <a:t> di </a:t>
            </a:r>
            <a:r>
              <a:rPr lang="en-US" sz="1700" dirty="0" err="1">
                <a:solidFill>
                  <a:schemeClr val="bg1"/>
                </a:solidFill>
              </a:rPr>
              <a:t>mana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bahan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baku</a:t>
            </a:r>
            <a:r>
              <a:rPr lang="en-US" sz="1700" dirty="0">
                <a:solidFill>
                  <a:schemeClr val="bg1"/>
                </a:solidFill>
              </a:rPr>
              <a:t> yang </a:t>
            </a:r>
            <a:r>
              <a:rPr lang="en-US" sz="1700" dirty="0" err="1">
                <a:solidFill>
                  <a:schemeClr val="bg1"/>
                </a:solidFill>
              </a:rPr>
              <a:t>digunakan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untuk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aktifitas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produksi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didatangkan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dari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pemasok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atau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suplier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tepat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pada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waktu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bahan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dibutuhkan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oleh</a:t>
            </a:r>
            <a:r>
              <a:rPr lang="en-US" sz="1700" dirty="0">
                <a:solidFill>
                  <a:schemeClr val="bg1"/>
                </a:solidFill>
              </a:rPr>
              <a:t> proses </a:t>
            </a:r>
            <a:r>
              <a:rPr lang="en-US" sz="1700" dirty="0" err="1">
                <a:solidFill>
                  <a:schemeClr val="bg1"/>
                </a:solidFill>
              </a:rPr>
              <a:t>produksi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sehingga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sangat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menghemat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bahkan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meniadakan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biaya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persediaan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barang</a:t>
            </a:r>
            <a:r>
              <a:rPr lang="en-US" sz="1700" dirty="0">
                <a:solidFill>
                  <a:schemeClr val="bg1"/>
                </a:solidFill>
              </a:rPr>
              <a:t> / </a:t>
            </a:r>
            <a:r>
              <a:rPr lang="en-US" sz="1700" dirty="0" err="1">
                <a:solidFill>
                  <a:schemeClr val="bg1"/>
                </a:solidFill>
              </a:rPr>
              <a:t>penyimpanan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barang</a:t>
            </a:r>
            <a:r>
              <a:rPr lang="en-US" sz="1700" dirty="0">
                <a:solidFill>
                  <a:schemeClr val="bg1"/>
                </a:solidFill>
              </a:rPr>
              <a:t> / stocking cost</a:t>
            </a:r>
            <a:r>
              <a:rPr lang="en-US" sz="1700" dirty="0" smtClean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700" dirty="0">
                <a:solidFill>
                  <a:schemeClr val="bg1"/>
                </a:solidFill>
              </a:rPr>
              <a:t>Just In Time </a:t>
            </a:r>
            <a:r>
              <a:rPr lang="en-US" sz="1700" dirty="0" err="1">
                <a:solidFill>
                  <a:schemeClr val="bg1"/>
                </a:solidFill>
              </a:rPr>
              <a:t>adalah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suatu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keseluruhan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filosofi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operasi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manajemen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dimana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segenap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sumber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daya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termasuk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bahan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baku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suku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cadang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personalia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dan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fasilitas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dipakai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sebatas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dibutuhkan</a:t>
            </a:r>
            <a:r>
              <a:rPr lang="en-US" sz="1700" dirty="0">
                <a:solidFill>
                  <a:schemeClr val="bg1"/>
                </a:solidFill>
              </a:rPr>
              <a:t>. </a:t>
            </a:r>
            <a:r>
              <a:rPr lang="en-US" sz="1700" dirty="0" err="1">
                <a:solidFill>
                  <a:schemeClr val="bg1"/>
                </a:solidFill>
              </a:rPr>
              <a:t>Tujuannya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adalah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untuk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mengangkat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produktifitas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mengurangi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pemborosan</a:t>
            </a:r>
            <a:r>
              <a:rPr lang="en-US" sz="1700" dirty="0" smtClean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700" dirty="0" smtClean="0">
                <a:solidFill>
                  <a:schemeClr val="bg1"/>
                </a:solidFill>
              </a:rPr>
              <a:t>Just </a:t>
            </a:r>
            <a:r>
              <a:rPr lang="en-US" sz="1700" dirty="0">
                <a:solidFill>
                  <a:schemeClr val="bg1"/>
                </a:solidFill>
              </a:rPr>
              <a:t>In Time (JIT) </a:t>
            </a:r>
            <a:r>
              <a:rPr lang="en-US" sz="1700" dirty="0" err="1">
                <a:solidFill>
                  <a:schemeClr val="bg1"/>
                </a:solidFill>
              </a:rPr>
              <a:t>adalah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filofosi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manufakturing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untuk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menghilangkan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pemborosan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waktu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dalam</a:t>
            </a:r>
            <a:r>
              <a:rPr lang="en-US" sz="1700" dirty="0">
                <a:solidFill>
                  <a:schemeClr val="bg1"/>
                </a:solidFill>
              </a:rPr>
              <a:t> total </a:t>
            </a:r>
            <a:r>
              <a:rPr lang="en-US" sz="1700" dirty="0" err="1">
                <a:solidFill>
                  <a:schemeClr val="bg1"/>
                </a:solidFill>
              </a:rPr>
              <a:t>prosesnya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mulai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dari</a:t>
            </a:r>
            <a:r>
              <a:rPr lang="en-US" sz="1700" dirty="0">
                <a:solidFill>
                  <a:schemeClr val="bg1"/>
                </a:solidFill>
              </a:rPr>
              <a:t> proses </a:t>
            </a:r>
            <a:r>
              <a:rPr lang="en-US" sz="1700" dirty="0" err="1">
                <a:solidFill>
                  <a:schemeClr val="bg1"/>
                </a:solidFill>
              </a:rPr>
              <a:t>pembelian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sampai</a:t>
            </a:r>
            <a:r>
              <a:rPr lang="en-US" sz="1700" dirty="0">
                <a:solidFill>
                  <a:schemeClr val="bg1"/>
                </a:solidFill>
              </a:rPr>
              <a:t> proses </a:t>
            </a:r>
            <a:r>
              <a:rPr lang="en-US" sz="1700" dirty="0" err="1">
                <a:solidFill>
                  <a:schemeClr val="bg1"/>
                </a:solidFill>
              </a:rPr>
              <a:t>distribusi</a:t>
            </a:r>
            <a:r>
              <a:rPr lang="en-US" sz="1700" dirty="0">
                <a:solidFill>
                  <a:schemeClr val="bg1"/>
                </a:solidFill>
              </a:rPr>
              <a:t>. </a:t>
            </a:r>
            <a:r>
              <a:rPr lang="en-US" sz="1700" dirty="0" err="1">
                <a:solidFill>
                  <a:schemeClr val="bg1"/>
                </a:solidFill>
              </a:rPr>
              <a:t>Fujio</a:t>
            </a:r>
            <a:r>
              <a:rPr lang="en-US" sz="1700" dirty="0">
                <a:solidFill>
                  <a:schemeClr val="bg1"/>
                </a:solidFill>
              </a:rPr>
              <a:t> Cho </a:t>
            </a:r>
            <a:r>
              <a:rPr lang="en-US" sz="1700" dirty="0" err="1">
                <a:solidFill>
                  <a:schemeClr val="bg1"/>
                </a:solidFill>
              </a:rPr>
              <a:t>dari</a:t>
            </a:r>
            <a:r>
              <a:rPr lang="en-US" sz="1700" dirty="0">
                <a:solidFill>
                  <a:schemeClr val="bg1"/>
                </a:solidFill>
              </a:rPr>
              <a:t> Toyota </a:t>
            </a:r>
            <a:r>
              <a:rPr lang="en-US" sz="1700" dirty="0" err="1">
                <a:solidFill>
                  <a:schemeClr val="bg1"/>
                </a:solidFill>
              </a:rPr>
              <a:t>mendefinisikan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pemborosan</a:t>
            </a:r>
            <a:r>
              <a:rPr lang="en-US" sz="1700" dirty="0">
                <a:solidFill>
                  <a:schemeClr val="bg1"/>
                </a:solidFill>
              </a:rPr>
              <a:t> (waste) </a:t>
            </a:r>
            <a:r>
              <a:rPr lang="en-US" sz="1700" dirty="0" err="1">
                <a:solidFill>
                  <a:schemeClr val="bg1"/>
                </a:solidFill>
              </a:rPr>
              <a:t>sebagai</a:t>
            </a:r>
            <a:r>
              <a:rPr lang="en-US" sz="1700" dirty="0">
                <a:solidFill>
                  <a:schemeClr val="bg1"/>
                </a:solidFill>
              </a:rPr>
              <a:t>: </a:t>
            </a:r>
            <a:r>
              <a:rPr lang="en-US" sz="1700" dirty="0" err="1">
                <a:solidFill>
                  <a:schemeClr val="bg1"/>
                </a:solidFill>
              </a:rPr>
              <a:t>Segala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sesuatu</a:t>
            </a:r>
            <a:r>
              <a:rPr lang="en-US" sz="1700" dirty="0">
                <a:solidFill>
                  <a:schemeClr val="bg1"/>
                </a:solidFill>
              </a:rPr>
              <a:t> yang </a:t>
            </a:r>
            <a:r>
              <a:rPr lang="en-US" sz="1700" dirty="0" err="1">
                <a:solidFill>
                  <a:schemeClr val="bg1"/>
                </a:solidFill>
              </a:rPr>
              <a:t>berlebih</a:t>
            </a:r>
            <a:r>
              <a:rPr lang="en-US" sz="1700" dirty="0">
                <a:solidFill>
                  <a:schemeClr val="bg1"/>
                </a:solidFill>
              </a:rPr>
              <a:t>, di </a:t>
            </a:r>
            <a:r>
              <a:rPr lang="en-US" sz="1700" dirty="0" err="1">
                <a:solidFill>
                  <a:schemeClr val="bg1"/>
                </a:solidFill>
              </a:rPr>
              <a:t>luar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kebutuhan</a:t>
            </a:r>
            <a:r>
              <a:rPr lang="en-US" sz="1700" dirty="0">
                <a:solidFill>
                  <a:schemeClr val="bg1"/>
                </a:solidFill>
              </a:rPr>
              <a:t> minimum </a:t>
            </a:r>
            <a:r>
              <a:rPr lang="en-US" sz="1700" dirty="0" err="1">
                <a:solidFill>
                  <a:schemeClr val="bg1"/>
                </a:solidFill>
              </a:rPr>
              <a:t>atas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peralatan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bahan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komponen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tempat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dan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waktu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kerja</a:t>
            </a:r>
            <a:r>
              <a:rPr lang="en-US" sz="1700" dirty="0">
                <a:solidFill>
                  <a:schemeClr val="bg1"/>
                </a:solidFill>
              </a:rPr>
              <a:t> yang </a:t>
            </a:r>
            <a:r>
              <a:rPr lang="en-US" sz="1700" dirty="0" err="1">
                <a:solidFill>
                  <a:schemeClr val="bg1"/>
                </a:solidFill>
              </a:rPr>
              <a:t>mutlak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diperlukan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untuk</a:t>
            </a:r>
            <a:r>
              <a:rPr lang="en-US" sz="1700" dirty="0">
                <a:solidFill>
                  <a:schemeClr val="bg1"/>
                </a:solidFill>
              </a:rPr>
              <a:t> proses </a:t>
            </a:r>
            <a:r>
              <a:rPr lang="en-US" sz="1700" dirty="0" err="1">
                <a:solidFill>
                  <a:schemeClr val="bg1"/>
                </a:solidFill>
              </a:rPr>
              <a:t>nilai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tambah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suatu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produk</a:t>
            </a:r>
            <a:r>
              <a:rPr lang="en-US" sz="1700" dirty="0">
                <a:solidFill>
                  <a:schemeClr val="bg1"/>
                </a:solidFill>
              </a:rPr>
              <a:t>. </a:t>
            </a:r>
            <a:r>
              <a:rPr lang="en-US" sz="1700" dirty="0" err="1">
                <a:solidFill>
                  <a:schemeClr val="bg1"/>
                </a:solidFill>
              </a:rPr>
              <a:t>Kemudian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diperoleh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rumusan</a:t>
            </a:r>
            <a:r>
              <a:rPr lang="en-US" sz="1700" dirty="0">
                <a:solidFill>
                  <a:schemeClr val="bg1"/>
                </a:solidFill>
              </a:rPr>
              <a:t> yang </a:t>
            </a:r>
            <a:r>
              <a:rPr lang="en-US" sz="1700" dirty="0" err="1">
                <a:solidFill>
                  <a:schemeClr val="bg1"/>
                </a:solidFill>
              </a:rPr>
              <a:t>lebih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sederhana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pengertian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pemborosan</a:t>
            </a:r>
            <a:r>
              <a:rPr lang="en-US" sz="1700" dirty="0">
                <a:solidFill>
                  <a:schemeClr val="bg1"/>
                </a:solidFill>
              </a:rPr>
              <a:t>: </a:t>
            </a:r>
            <a:r>
              <a:rPr lang="en-US" sz="1700" dirty="0" err="1">
                <a:solidFill>
                  <a:schemeClr val="bg1"/>
                </a:solidFill>
              </a:rPr>
              <a:t>Kalau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sesuatu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tidak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memberi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nilai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tambah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itulah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pemborosan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altLang="ko-KR" sz="17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80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-Shape 24">
            <a:extLst>
              <a:ext uri="{FF2B5EF4-FFF2-40B4-BE49-F238E27FC236}">
                <a16:creationId xmlns:a16="http://schemas.microsoft.com/office/drawing/2014/main" xmlns="" id="{EBF5ADCC-311E-4BB9-B1A5-6F402E983606}"/>
              </a:ext>
            </a:extLst>
          </p:cNvPr>
          <p:cNvSpPr/>
          <p:nvPr/>
        </p:nvSpPr>
        <p:spPr>
          <a:xfrm rot="5400000">
            <a:off x="2075877" y="1025896"/>
            <a:ext cx="914400" cy="914400"/>
          </a:xfrm>
          <a:prstGeom prst="corner">
            <a:avLst>
              <a:gd name="adj1" fmla="val 20031"/>
              <a:gd name="adj2" fmla="val 199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-Shape 28">
            <a:extLst>
              <a:ext uri="{FF2B5EF4-FFF2-40B4-BE49-F238E27FC236}">
                <a16:creationId xmlns:a16="http://schemas.microsoft.com/office/drawing/2014/main" xmlns="" id="{2BBECA50-232B-4327-A0DB-356F5633E50C}"/>
              </a:ext>
            </a:extLst>
          </p:cNvPr>
          <p:cNvSpPr/>
          <p:nvPr/>
        </p:nvSpPr>
        <p:spPr>
          <a:xfrm>
            <a:off x="2075877" y="4917704"/>
            <a:ext cx="914400" cy="914400"/>
          </a:xfrm>
          <a:prstGeom prst="corner">
            <a:avLst>
              <a:gd name="adj1" fmla="val 20031"/>
              <a:gd name="adj2" fmla="val 199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-Shape 29">
            <a:extLst>
              <a:ext uri="{FF2B5EF4-FFF2-40B4-BE49-F238E27FC236}">
                <a16:creationId xmlns:a16="http://schemas.microsoft.com/office/drawing/2014/main" xmlns="" id="{1E20798B-F1C9-4E49-9FEE-3FD68F93D9E1}"/>
              </a:ext>
            </a:extLst>
          </p:cNvPr>
          <p:cNvSpPr/>
          <p:nvPr/>
        </p:nvSpPr>
        <p:spPr>
          <a:xfrm rot="16200000">
            <a:off x="9201724" y="4917703"/>
            <a:ext cx="914400" cy="914400"/>
          </a:xfrm>
          <a:prstGeom prst="corner">
            <a:avLst>
              <a:gd name="adj1" fmla="val 20031"/>
              <a:gd name="adj2" fmla="val 199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L-Shape 30">
            <a:extLst>
              <a:ext uri="{FF2B5EF4-FFF2-40B4-BE49-F238E27FC236}">
                <a16:creationId xmlns:a16="http://schemas.microsoft.com/office/drawing/2014/main" xmlns="" id="{D9588F88-58D0-4CBB-A197-B3E8A482E6CD}"/>
              </a:ext>
            </a:extLst>
          </p:cNvPr>
          <p:cNvSpPr/>
          <p:nvPr/>
        </p:nvSpPr>
        <p:spPr>
          <a:xfrm rot="10800000">
            <a:off x="9201724" y="1025896"/>
            <a:ext cx="914400" cy="914400"/>
          </a:xfrm>
          <a:prstGeom prst="corner">
            <a:avLst>
              <a:gd name="adj1" fmla="val 20031"/>
              <a:gd name="adj2" fmla="val 199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276" y="1289556"/>
            <a:ext cx="6211447" cy="435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258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xmlns="" id="{C96E74EF-AE7B-4090-BB1B-4367B87D0D3F}"/>
              </a:ext>
            </a:extLst>
          </p:cNvPr>
          <p:cNvSpPr/>
          <p:nvPr/>
        </p:nvSpPr>
        <p:spPr>
          <a:xfrm rot="18291611">
            <a:off x="5161076" y="-612182"/>
            <a:ext cx="3851306" cy="4866797"/>
          </a:xfrm>
          <a:custGeom>
            <a:avLst/>
            <a:gdLst>
              <a:gd name="connsiteX0" fmla="*/ 0 w 4717758"/>
              <a:gd name="connsiteY0" fmla="*/ 4067033 h 4067033"/>
              <a:gd name="connsiteX1" fmla="*/ 2358879 w 4717758"/>
              <a:gd name="connsiteY1" fmla="*/ 0 h 4067033"/>
              <a:gd name="connsiteX2" fmla="*/ 4717758 w 4717758"/>
              <a:gd name="connsiteY2" fmla="*/ 4067033 h 4067033"/>
              <a:gd name="connsiteX3" fmla="*/ 0 w 4717758"/>
              <a:gd name="connsiteY3" fmla="*/ 4067033 h 4067033"/>
              <a:gd name="connsiteX0" fmla="*/ 0 w 4717758"/>
              <a:gd name="connsiteY0" fmla="*/ 5961709 h 5961709"/>
              <a:gd name="connsiteX1" fmla="*/ 2070304 w 4717758"/>
              <a:gd name="connsiteY1" fmla="*/ 0 h 5961709"/>
              <a:gd name="connsiteX2" fmla="*/ 4717758 w 4717758"/>
              <a:gd name="connsiteY2" fmla="*/ 5961709 h 5961709"/>
              <a:gd name="connsiteX3" fmla="*/ 0 w 4717758"/>
              <a:gd name="connsiteY3" fmla="*/ 5961709 h 5961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7758" h="5961709">
                <a:moveTo>
                  <a:pt x="0" y="5961709"/>
                </a:moveTo>
                <a:lnTo>
                  <a:pt x="2070304" y="0"/>
                </a:lnTo>
                <a:lnTo>
                  <a:pt x="4717758" y="5961709"/>
                </a:lnTo>
                <a:lnTo>
                  <a:pt x="0" y="5961709"/>
                </a:lnTo>
                <a:close/>
              </a:path>
            </a:pathLst>
          </a:cu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6D21000-AE84-498B-89A7-96A546447F1A}"/>
              </a:ext>
            </a:extLst>
          </p:cNvPr>
          <p:cNvSpPr txBox="1"/>
          <p:nvPr/>
        </p:nvSpPr>
        <p:spPr>
          <a:xfrm>
            <a:off x="7188454" y="12090"/>
            <a:ext cx="491041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Terdapat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empat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konsep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pokok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yang </a:t>
            </a:r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harus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dipenuhi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dalam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lgerian" pitchFamily="82" charset="0"/>
              </a:rPr>
              <a:t>melaksanakan</a:t>
            </a:r>
            <a:r>
              <a:rPr lang="en-US" sz="2000" b="1" dirty="0">
                <a:solidFill>
                  <a:schemeClr val="bg1"/>
                </a:solidFill>
                <a:latin typeface="Algerian" pitchFamily="82" charset="0"/>
              </a:rPr>
              <a:t> Just In Time (JIT):</a:t>
            </a:r>
            <a:endParaRPr lang="en-US" altLang="ko-KR" sz="2000" b="1" dirty="0">
              <a:solidFill>
                <a:schemeClr val="bg1"/>
              </a:solidFill>
              <a:latin typeface="Algerian" pitchFamily="82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5F509EE-455B-433E-8A98-1BA0F696F45C}"/>
              </a:ext>
            </a:extLst>
          </p:cNvPr>
          <p:cNvSpPr txBox="1"/>
          <p:nvPr/>
        </p:nvSpPr>
        <p:spPr>
          <a:xfrm>
            <a:off x="245535" y="452006"/>
            <a:ext cx="4645490" cy="60313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1.Produksi Just In Time (JIT),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adalah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memproduksi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apa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yang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dibutuhkan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hanya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pada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saat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dibutuhkan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dan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dalam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jumlah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yang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diperlukan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. </a:t>
            </a:r>
            <a:endParaRPr lang="en-US" sz="2000" dirty="0" smtClean="0">
              <a:solidFill>
                <a:schemeClr val="bg1"/>
              </a:solidFill>
              <a:latin typeface="Bahnschrift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Bahnschrift" pitchFamily="34" charset="0"/>
              </a:rPr>
              <a:t>2.Autonomasi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merupakan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suatu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unit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pengendalian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cacat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secara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otomatis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yang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tidak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memungkinkan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unit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cacat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mengalir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ke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proses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berikutnya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. </a:t>
            </a:r>
            <a:endParaRPr lang="en-US" sz="2000" dirty="0" smtClean="0">
              <a:solidFill>
                <a:schemeClr val="bg1"/>
              </a:solidFill>
              <a:latin typeface="Bahnschrift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Bahnschrift" pitchFamily="34" charset="0"/>
              </a:rPr>
              <a:t>3.Tenaga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kerja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fleksibel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maksudnya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adalah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mengubah-ubah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jumlah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pekerja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sesuai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dengan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fluktuasi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permintaan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. 4.Berpikir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kreatif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dan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menampung</a:t>
            </a:r>
            <a:r>
              <a:rPr lang="en-US" sz="2000" dirty="0">
                <a:solidFill>
                  <a:schemeClr val="bg1"/>
                </a:solidFill>
                <a:latin typeface="Bahnschrift" pitchFamily="34" charset="0"/>
              </a:rPr>
              <a:t> saran-saran </a:t>
            </a:r>
            <a:r>
              <a:rPr lang="en-US" sz="2000" dirty="0" err="1">
                <a:solidFill>
                  <a:schemeClr val="bg1"/>
                </a:solidFill>
                <a:latin typeface="Bahnschrift" pitchFamily="34" charset="0"/>
              </a:rPr>
              <a:t>karyawan</a:t>
            </a:r>
            <a:endParaRPr lang="ko-KR" altLang="en-US" sz="2000" dirty="0">
              <a:solidFill>
                <a:schemeClr val="bg1"/>
              </a:solidFill>
              <a:latin typeface="Bahnschrift" pitchFamily="34" charset="0"/>
              <a:cs typeface="Arial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1A1659FB-DEB3-4721-9F58-5FF630FEBBE5}"/>
              </a:ext>
            </a:extLst>
          </p:cNvPr>
          <p:cNvGrpSpPr/>
          <p:nvPr/>
        </p:nvGrpSpPr>
        <p:grpSpPr>
          <a:xfrm>
            <a:off x="10790831" y="6246840"/>
            <a:ext cx="896209" cy="236561"/>
            <a:chOff x="6096000" y="4187585"/>
            <a:chExt cx="896209" cy="23656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A6778945-406B-4A41-8B3F-D22903D99102}"/>
                </a:ext>
              </a:extLst>
            </p:cNvPr>
            <p:cNvSpPr/>
            <p:nvPr/>
          </p:nvSpPr>
          <p:spPr>
            <a:xfrm>
              <a:off x="6096000" y="4187585"/>
              <a:ext cx="236561" cy="2365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2436E07B-E3CC-4896-8A2D-95817AE1D313}"/>
                </a:ext>
              </a:extLst>
            </p:cNvPr>
            <p:cNvSpPr/>
            <p:nvPr/>
          </p:nvSpPr>
          <p:spPr>
            <a:xfrm>
              <a:off x="6425824" y="4187585"/>
              <a:ext cx="236561" cy="2365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E76DC851-86B2-447F-811C-46A72A9A88EE}"/>
                </a:ext>
              </a:extLst>
            </p:cNvPr>
            <p:cNvSpPr/>
            <p:nvPr/>
          </p:nvSpPr>
          <p:spPr>
            <a:xfrm>
              <a:off x="6755648" y="4187585"/>
              <a:ext cx="236561" cy="2365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062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A72286F-A9BF-4644-B86E-C946F7138E1B}"/>
              </a:ext>
            </a:extLst>
          </p:cNvPr>
          <p:cNvSpPr/>
          <p:nvPr/>
        </p:nvSpPr>
        <p:spPr>
          <a:xfrm>
            <a:off x="6096000" y="531906"/>
            <a:ext cx="5294243" cy="5794189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FE0C77C-D597-4ADD-9DE1-3932A8656004}"/>
              </a:ext>
            </a:extLst>
          </p:cNvPr>
          <p:cNvSpPr txBox="1"/>
          <p:nvPr/>
        </p:nvSpPr>
        <p:spPr>
          <a:xfrm>
            <a:off x="6223000" y="1021126"/>
            <a:ext cx="5088467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dirty="0" err="1" smtClean="0">
                <a:solidFill>
                  <a:schemeClr val="bg1"/>
                </a:solidFill>
                <a:latin typeface="Arial Rounded MT Bold" pitchFamily="34" charset="0"/>
              </a:rPr>
              <a:t>Elemen</a:t>
            </a:r>
            <a:r>
              <a:rPr lang="en-US" sz="2500" dirty="0" smtClean="0">
                <a:solidFill>
                  <a:schemeClr val="bg1"/>
                </a:solidFill>
                <a:latin typeface="Arial Rounded MT Bold" pitchFamily="34" charset="0"/>
              </a:rPr>
              <a:t> - </a:t>
            </a:r>
            <a:r>
              <a:rPr lang="en-US" sz="2500" dirty="0" err="1" smtClean="0">
                <a:solidFill>
                  <a:schemeClr val="bg1"/>
                </a:solidFill>
                <a:latin typeface="Arial Rounded MT Bold" pitchFamily="34" charset="0"/>
              </a:rPr>
              <a:t>elemen</a:t>
            </a:r>
            <a:r>
              <a:rPr lang="en-US" sz="2500" dirty="0" smtClean="0">
                <a:solidFill>
                  <a:schemeClr val="bg1"/>
                </a:solidFill>
                <a:latin typeface="Arial Rounded MT Bold" pitchFamily="34" charset="0"/>
              </a:rPr>
              <a:t> </a:t>
            </a:r>
            <a:r>
              <a:rPr lang="en-US" sz="2500" dirty="0">
                <a:solidFill>
                  <a:schemeClr val="bg1"/>
                </a:solidFill>
                <a:latin typeface="Arial Rounded MT Bold" pitchFamily="34" charset="0"/>
              </a:rPr>
              <a:t>Just In Time</a:t>
            </a:r>
            <a:endParaRPr lang="ko-KR" altLang="en-US" sz="2500" dirty="0">
              <a:solidFill>
                <a:schemeClr val="bg1"/>
              </a:solidFill>
              <a:latin typeface="Arial Rounded MT Bold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E1D9DB1-2112-4495-9058-56FEE663EF85}"/>
              </a:ext>
            </a:extLst>
          </p:cNvPr>
          <p:cNvSpPr txBox="1"/>
          <p:nvPr/>
        </p:nvSpPr>
        <p:spPr>
          <a:xfrm>
            <a:off x="6222999" y="1682431"/>
            <a:ext cx="508846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</a:rPr>
              <a:t>• </a:t>
            </a:r>
            <a:r>
              <a:rPr lang="en-US" sz="2200" dirty="0" err="1">
                <a:solidFill>
                  <a:schemeClr val="bg1"/>
                </a:solidFill>
              </a:rPr>
              <a:t>Pengurangan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waktu</a:t>
            </a:r>
            <a:r>
              <a:rPr lang="en-US" sz="2200" dirty="0">
                <a:solidFill>
                  <a:schemeClr val="bg1"/>
                </a:solidFill>
              </a:rPr>
              <a:t> set up </a:t>
            </a:r>
            <a:endParaRPr lang="en-US" sz="22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bg1"/>
                </a:solidFill>
              </a:rPr>
              <a:t>• </a:t>
            </a:r>
            <a:r>
              <a:rPr lang="en-US" sz="2200" dirty="0" err="1" smtClean="0">
                <a:solidFill>
                  <a:schemeClr val="bg1"/>
                </a:solidFill>
              </a:rPr>
              <a:t>Aliran</a:t>
            </a:r>
            <a:r>
              <a:rPr lang="en-US" sz="2200" dirty="0" smtClean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produksi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lancar</a:t>
            </a:r>
            <a:r>
              <a:rPr lang="en-US" sz="2200" dirty="0">
                <a:solidFill>
                  <a:schemeClr val="bg1"/>
                </a:solidFill>
              </a:rPr>
              <a:t> (layout) </a:t>
            </a:r>
            <a:endParaRPr lang="en-US" sz="22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bg1"/>
                </a:solidFill>
              </a:rPr>
              <a:t>• </a:t>
            </a:r>
            <a:r>
              <a:rPr lang="en-US" sz="2200" dirty="0" err="1" smtClean="0">
                <a:solidFill>
                  <a:schemeClr val="bg1"/>
                </a:solidFill>
              </a:rPr>
              <a:t>Produksi</a:t>
            </a:r>
            <a:r>
              <a:rPr lang="en-US" sz="2200" dirty="0" smtClean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tanpa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kerusakan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mesin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endParaRPr lang="en-US" sz="22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bg1"/>
                </a:solidFill>
              </a:rPr>
              <a:t>• </a:t>
            </a:r>
            <a:r>
              <a:rPr lang="en-US" sz="2200" dirty="0" err="1">
                <a:solidFill>
                  <a:schemeClr val="bg1"/>
                </a:solidFill>
              </a:rPr>
              <a:t>Produksi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tanpa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cacat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endParaRPr lang="en-US" sz="22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bg1"/>
                </a:solidFill>
              </a:rPr>
              <a:t>• </a:t>
            </a:r>
            <a:r>
              <a:rPr lang="en-US" sz="2200" dirty="0" err="1" smtClean="0">
                <a:solidFill>
                  <a:schemeClr val="bg1"/>
                </a:solidFill>
              </a:rPr>
              <a:t>Peranan</a:t>
            </a:r>
            <a:r>
              <a:rPr lang="en-US" sz="2200" dirty="0" smtClean="0">
                <a:solidFill>
                  <a:schemeClr val="bg1"/>
                </a:solidFill>
              </a:rPr>
              <a:t> operator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bg1"/>
                </a:solidFill>
              </a:rPr>
              <a:t>• </a:t>
            </a:r>
            <a:r>
              <a:rPr lang="en-US" sz="2200" dirty="0" err="1">
                <a:solidFill>
                  <a:schemeClr val="bg1"/>
                </a:solidFill>
              </a:rPr>
              <a:t>Hubungan</a:t>
            </a:r>
            <a:r>
              <a:rPr lang="en-US" sz="2200" dirty="0">
                <a:solidFill>
                  <a:schemeClr val="bg1"/>
                </a:solidFill>
              </a:rPr>
              <a:t> yang </a:t>
            </a:r>
            <a:r>
              <a:rPr lang="en-US" sz="2200" dirty="0" err="1">
                <a:solidFill>
                  <a:schemeClr val="bg1"/>
                </a:solidFill>
              </a:rPr>
              <a:t>harmonis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dengan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 smtClean="0">
                <a:solidFill>
                  <a:schemeClr val="bg1"/>
                </a:solidFill>
              </a:rPr>
              <a:t>pemasok</a:t>
            </a:r>
            <a:endParaRPr lang="en-US" sz="22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bg1"/>
                </a:solidFill>
              </a:rPr>
              <a:t>• </a:t>
            </a:r>
            <a:r>
              <a:rPr lang="en-US" sz="2200" dirty="0" err="1">
                <a:solidFill>
                  <a:schemeClr val="bg1"/>
                </a:solidFill>
              </a:rPr>
              <a:t>Penjadwalan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produksi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stabil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terkendali</a:t>
            </a:r>
            <a:endParaRPr lang="en-US" altLang="ko-KR" sz="22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76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1A34BE7-0117-4C61-92D1-9F5FBC2C2B77}"/>
              </a:ext>
            </a:extLst>
          </p:cNvPr>
          <p:cNvSpPr txBox="1"/>
          <p:nvPr/>
        </p:nvSpPr>
        <p:spPr>
          <a:xfrm>
            <a:off x="5217616" y="1030238"/>
            <a:ext cx="6603999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000" dirty="0" err="1" smtClean="0">
                <a:solidFill>
                  <a:schemeClr val="bg1"/>
                </a:solidFill>
                <a:latin typeface="+mj-lt"/>
                <a:cs typeface="Arial" pitchFamily="34" charset="0"/>
              </a:rPr>
              <a:t>Keuntungan</a:t>
            </a:r>
            <a:r>
              <a:rPr lang="en-US" altLang="ko-KR" sz="30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 Dan </a:t>
            </a:r>
            <a:r>
              <a:rPr lang="en-US" altLang="ko-KR" sz="3000" dirty="0" err="1" smtClean="0">
                <a:solidFill>
                  <a:schemeClr val="bg1"/>
                </a:solidFill>
                <a:latin typeface="+mj-lt"/>
                <a:cs typeface="Arial" pitchFamily="34" charset="0"/>
              </a:rPr>
              <a:t>Kelemahan</a:t>
            </a:r>
            <a:r>
              <a:rPr lang="en-US" altLang="ko-KR" sz="30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 JIT</a:t>
            </a:r>
            <a:endParaRPr lang="ko-KR" altLang="en-US" sz="3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57298" y="1829306"/>
            <a:ext cx="7124636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bg1"/>
                </a:solidFill>
                <a:latin typeface="Bahnschrift Light Condensed" pitchFamily="34" charset="0"/>
              </a:rPr>
              <a:t>Keuntungan</a:t>
            </a:r>
            <a:r>
              <a:rPr lang="en-US" b="1" dirty="0">
                <a:solidFill>
                  <a:schemeClr val="bg1"/>
                </a:solidFill>
                <a:latin typeface="Bahnschrift Light Condensed" pitchFamily="34" charset="0"/>
              </a:rPr>
              <a:t> : </a:t>
            </a:r>
            <a:endParaRPr lang="en-US" b="1" dirty="0" smtClean="0">
              <a:solidFill>
                <a:schemeClr val="bg1"/>
              </a:solidFill>
              <a:latin typeface="Bahnschrift Light 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1.Seluruh </a:t>
            </a:r>
            <a:r>
              <a:rPr lang="en-US" dirty="0" err="1" smtClean="0">
                <a:solidFill>
                  <a:schemeClr val="bg1"/>
                </a:solidFill>
                <a:latin typeface="Bahnschrift Light Condensed" pitchFamily="34" charset="0"/>
              </a:rPr>
              <a:t>sistem</a:t>
            </a: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yang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ada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dalam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perusahaan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dapat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berjalan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lebih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efisien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endParaRPr lang="en-US" dirty="0" smtClean="0">
              <a:solidFill>
                <a:schemeClr val="bg1"/>
              </a:solidFill>
              <a:latin typeface="Bahnschrift Light 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2.Pabrik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mengeluarkan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biaya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yang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lebih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sedikit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untuk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memperkerjakan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para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staffnya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. </a:t>
            </a:r>
            <a:endParaRPr lang="en-US" dirty="0" smtClean="0">
              <a:solidFill>
                <a:schemeClr val="bg1"/>
              </a:solidFill>
              <a:latin typeface="Bahnschrift Light 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3.Barang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produksi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tidak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harus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selalu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di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cek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disimpan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atau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diretur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kembali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. </a:t>
            </a:r>
            <a:endParaRPr lang="en-US" dirty="0" smtClean="0">
              <a:solidFill>
                <a:schemeClr val="bg1"/>
              </a:solidFill>
              <a:latin typeface="Bahnschrift Light 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4.Penghematan 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yang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telah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di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lakukan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dapat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digunakan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untuk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mendapat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profit yang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lebih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tinggi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misalnya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dengan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mengadakan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promosi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tambahan</a:t>
            </a: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Bahnschrift Light 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bg1"/>
                </a:solidFill>
                <a:latin typeface="Bahnschrift Light Condensed" pitchFamily="34" charset="0"/>
              </a:rPr>
              <a:t>Kelemahan</a:t>
            </a:r>
            <a:r>
              <a:rPr lang="en-US" b="1" dirty="0">
                <a:solidFill>
                  <a:schemeClr val="bg1"/>
                </a:solidFill>
                <a:latin typeface="Bahnschrift Light Condensed" pitchFamily="34" charset="0"/>
              </a:rPr>
              <a:t>: </a:t>
            </a:r>
            <a:endParaRPr lang="en-US" b="1" dirty="0" smtClean="0">
              <a:solidFill>
                <a:schemeClr val="bg1"/>
              </a:solidFill>
              <a:latin typeface="Bahnschrift Light Condensed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• </a:t>
            </a:r>
            <a:r>
              <a:rPr lang="en-US" dirty="0" err="1" smtClean="0">
                <a:solidFill>
                  <a:schemeClr val="bg1"/>
                </a:solidFill>
                <a:latin typeface="Bahnschrift Light Condensed" pitchFamily="34" charset="0"/>
              </a:rPr>
              <a:t>Tingkatan</a:t>
            </a:r>
            <a:r>
              <a:rPr lang="en-US" dirty="0" smtClean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order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ditentukan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oleh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data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permintaan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historis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Jika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permintaan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naik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melebihi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dari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rata-rata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perencanaan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historis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maka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inventori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akan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habis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dan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akan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mempengaruhi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tingkat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pelayanan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 Condensed" pitchFamily="34" charset="0"/>
              </a:rPr>
              <a:t>konsumen</a:t>
            </a:r>
            <a:r>
              <a:rPr lang="en-US" dirty="0">
                <a:solidFill>
                  <a:schemeClr val="bg1"/>
                </a:solidFill>
                <a:latin typeface="Bahnschrift Light Condensed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Bahnschrift Light 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41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Freeform: Shape 205">
            <a:extLst>
              <a:ext uri="{FF2B5EF4-FFF2-40B4-BE49-F238E27FC236}">
                <a16:creationId xmlns:a16="http://schemas.microsoft.com/office/drawing/2014/main" xmlns="" id="{E3A3C1D4-085F-493B-8B9B-045C18CCA9D0}"/>
              </a:ext>
            </a:extLst>
          </p:cNvPr>
          <p:cNvSpPr/>
          <p:nvPr/>
        </p:nvSpPr>
        <p:spPr>
          <a:xfrm>
            <a:off x="-16783" y="0"/>
            <a:ext cx="12208784" cy="6858000"/>
          </a:xfrm>
          <a:custGeom>
            <a:avLst/>
            <a:gdLst>
              <a:gd name="connsiteX0" fmla="*/ 12240039 w 12240039"/>
              <a:gd name="connsiteY0" fmla="*/ 5335596 h 6858000"/>
              <a:gd name="connsiteX1" fmla="*/ 12240039 w 12240039"/>
              <a:gd name="connsiteY1" fmla="*/ 6858000 h 6858000"/>
              <a:gd name="connsiteX2" fmla="*/ 11571468 w 12240039"/>
              <a:gd name="connsiteY2" fmla="*/ 6858000 h 6858000"/>
              <a:gd name="connsiteX3" fmla="*/ 11571468 w 12240039"/>
              <a:gd name="connsiteY3" fmla="*/ 1 h 6858000"/>
              <a:gd name="connsiteX4" fmla="*/ 12240039 w 12240039"/>
              <a:gd name="connsiteY4" fmla="*/ 1 h 6858000"/>
              <a:gd name="connsiteX5" fmla="*/ 12240039 w 12240039"/>
              <a:gd name="connsiteY5" fmla="*/ 1522405 h 6858000"/>
              <a:gd name="connsiteX6" fmla="*/ 9257174 w 12240039"/>
              <a:gd name="connsiteY6" fmla="*/ 1 h 6858000"/>
              <a:gd name="connsiteX7" fmla="*/ 10763036 w 12240039"/>
              <a:gd name="connsiteY7" fmla="*/ 1 h 6858000"/>
              <a:gd name="connsiteX8" fmla="*/ 12240039 w 12240039"/>
              <a:gd name="connsiteY8" fmla="*/ 3363290 h 6858000"/>
              <a:gd name="connsiteX9" fmla="*/ 12240039 w 12240039"/>
              <a:gd name="connsiteY9" fmla="*/ 3494711 h 6858000"/>
              <a:gd name="connsiteX10" fmla="*/ 10763036 w 12240039"/>
              <a:gd name="connsiteY10" fmla="*/ 6858000 h 6858000"/>
              <a:gd name="connsiteX11" fmla="*/ 9257174 w 12240039"/>
              <a:gd name="connsiteY11" fmla="*/ 6858000 h 6858000"/>
              <a:gd name="connsiteX12" fmla="*/ 10763036 w 12240039"/>
              <a:gd name="connsiteY12" fmla="*/ 3429000 h 6858000"/>
              <a:gd name="connsiteX13" fmla="*/ 6942881 w 12240039"/>
              <a:gd name="connsiteY13" fmla="*/ 0 h 6858000"/>
              <a:gd name="connsiteX14" fmla="*/ 8448742 w 12240039"/>
              <a:gd name="connsiteY14" fmla="*/ 0 h 6858000"/>
              <a:gd name="connsiteX15" fmla="*/ 9954603 w 12240039"/>
              <a:gd name="connsiteY15" fmla="*/ 3429000 h 6858000"/>
              <a:gd name="connsiteX16" fmla="*/ 8448742 w 12240039"/>
              <a:gd name="connsiteY16" fmla="*/ 6858000 h 6858000"/>
              <a:gd name="connsiteX17" fmla="*/ 6942881 w 12240039"/>
              <a:gd name="connsiteY17" fmla="*/ 6858000 h 6858000"/>
              <a:gd name="connsiteX18" fmla="*/ 8448742 w 12240039"/>
              <a:gd name="connsiteY18" fmla="*/ 3429000 h 6858000"/>
              <a:gd name="connsiteX19" fmla="*/ 4628587 w 12240039"/>
              <a:gd name="connsiteY19" fmla="*/ 0 h 6858000"/>
              <a:gd name="connsiteX20" fmla="*/ 6134449 w 12240039"/>
              <a:gd name="connsiteY20" fmla="*/ 0 h 6858000"/>
              <a:gd name="connsiteX21" fmla="*/ 7640310 w 12240039"/>
              <a:gd name="connsiteY21" fmla="*/ 3429000 h 6858000"/>
              <a:gd name="connsiteX22" fmla="*/ 6134449 w 12240039"/>
              <a:gd name="connsiteY22" fmla="*/ 6858000 h 6858000"/>
              <a:gd name="connsiteX23" fmla="*/ 4628587 w 12240039"/>
              <a:gd name="connsiteY23" fmla="*/ 6858000 h 6858000"/>
              <a:gd name="connsiteX24" fmla="*/ 6134449 w 12240039"/>
              <a:gd name="connsiteY24" fmla="*/ 3429000 h 6858000"/>
              <a:gd name="connsiteX25" fmla="*/ 2314294 w 12240039"/>
              <a:gd name="connsiteY25" fmla="*/ 0 h 6858000"/>
              <a:gd name="connsiteX26" fmla="*/ 3820156 w 12240039"/>
              <a:gd name="connsiteY26" fmla="*/ 0 h 6858000"/>
              <a:gd name="connsiteX27" fmla="*/ 5326016 w 12240039"/>
              <a:gd name="connsiteY27" fmla="*/ 3429000 h 6858000"/>
              <a:gd name="connsiteX28" fmla="*/ 3820156 w 12240039"/>
              <a:gd name="connsiteY28" fmla="*/ 6858000 h 6858000"/>
              <a:gd name="connsiteX29" fmla="*/ 2314294 w 12240039"/>
              <a:gd name="connsiteY29" fmla="*/ 6858000 h 6858000"/>
              <a:gd name="connsiteX30" fmla="*/ 3820156 w 12240039"/>
              <a:gd name="connsiteY30" fmla="*/ 3429000 h 6858000"/>
              <a:gd name="connsiteX31" fmla="*/ 0 w 12240039"/>
              <a:gd name="connsiteY31" fmla="*/ 0 h 6858000"/>
              <a:gd name="connsiteX32" fmla="*/ 1505862 w 12240039"/>
              <a:gd name="connsiteY32" fmla="*/ 0 h 6858000"/>
              <a:gd name="connsiteX33" fmla="*/ 3011723 w 12240039"/>
              <a:gd name="connsiteY33" fmla="*/ 3429000 h 6858000"/>
              <a:gd name="connsiteX34" fmla="*/ 1505862 w 12240039"/>
              <a:gd name="connsiteY34" fmla="*/ 6858000 h 6858000"/>
              <a:gd name="connsiteX35" fmla="*/ 0 w 12240039"/>
              <a:gd name="connsiteY35" fmla="*/ 6858000 h 6858000"/>
              <a:gd name="connsiteX36" fmla="*/ 1505862 w 12240039"/>
              <a:gd name="connsiteY36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240039" h="6858000">
                <a:moveTo>
                  <a:pt x="12240039" y="5335596"/>
                </a:moveTo>
                <a:lnTo>
                  <a:pt x="12240039" y="6858000"/>
                </a:lnTo>
                <a:lnTo>
                  <a:pt x="11571468" y="6858000"/>
                </a:lnTo>
                <a:close/>
                <a:moveTo>
                  <a:pt x="11571468" y="1"/>
                </a:moveTo>
                <a:lnTo>
                  <a:pt x="12240039" y="1"/>
                </a:lnTo>
                <a:lnTo>
                  <a:pt x="12240039" y="1522405"/>
                </a:lnTo>
                <a:close/>
                <a:moveTo>
                  <a:pt x="9257174" y="1"/>
                </a:moveTo>
                <a:lnTo>
                  <a:pt x="10763036" y="1"/>
                </a:lnTo>
                <a:lnTo>
                  <a:pt x="12240039" y="3363290"/>
                </a:lnTo>
                <a:lnTo>
                  <a:pt x="12240039" y="3494711"/>
                </a:lnTo>
                <a:lnTo>
                  <a:pt x="10763036" y="6858000"/>
                </a:lnTo>
                <a:lnTo>
                  <a:pt x="9257174" y="6858000"/>
                </a:lnTo>
                <a:lnTo>
                  <a:pt x="10763036" y="3429000"/>
                </a:lnTo>
                <a:close/>
                <a:moveTo>
                  <a:pt x="6942881" y="0"/>
                </a:moveTo>
                <a:lnTo>
                  <a:pt x="8448742" y="0"/>
                </a:lnTo>
                <a:lnTo>
                  <a:pt x="9954603" y="3429000"/>
                </a:lnTo>
                <a:lnTo>
                  <a:pt x="8448742" y="6858000"/>
                </a:lnTo>
                <a:lnTo>
                  <a:pt x="6942881" y="6858000"/>
                </a:lnTo>
                <a:lnTo>
                  <a:pt x="8448742" y="3429000"/>
                </a:lnTo>
                <a:close/>
                <a:moveTo>
                  <a:pt x="4628587" y="0"/>
                </a:moveTo>
                <a:lnTo>
                  <a:pt x="6134449" y="0"/>
                </a:lnTo>
                <a:lnTo>
                  <a:pt x="7640310" y="3429000"/>
                </a:lnTo>
                <a:lnTo>
                  <a:pt x="6134449" y="6858000"/>
                </a:lnTo>
                <a:lnTo>
                  <a:pt x="4628587" y="6858000"/>
                </a:lnTo>
                <a:lnTo>
                  <a:pt x="6134449" y="3429000"/>
                </a:lnTo>
                <a:close/>
                <a:moveTo>
                  <a:pt x="2314294" y="0"/>
                </a:moveTo>
                <a:lnTo>
                  <a:pt x="3820156" y="0"/>
                </a:lnTo>
                <a:lnTo>
                  <a:pt x="5326016" y="3429000"/>
                </a:lnTo>
                <a:lnTo>
                  <a:pt x="3820156" y="6858000"/>
                </a:lnTo>
                <a:lnTo>
                  <a:pt x="2314294" y="6858000"/>
                </a:lnTo>
                <a:lnTo>
                  <a:pt x="3820156" y="3429000"/>
                </a:lnTo>
                <a:close/>
                <a:moveTo>
                  <a:pt x="0" y="0"/>
                </a:moveTo>
                <a:lnTo>
                  <a:pt x="1505862" y="0"/>
                </a:lnTo>
                <a:lnTo>
                  <a:pt x="3011723" y="3429000"/>
                </a:lnTo>
                <a:lnTo>
                  <a:pt x="1505862" y="6858000"/>
                </a:lnTo>
                <a:lnTo>
                  <a:pt x="0" y="6858000"/>
                </a:lnTo>
                <a:lnTo>
                  <a:pt x="1505862" y="3429000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55CF482-A6D2-4AD6-9F21-67FAE27C27ED}"/>
              </a:ext>
            </a:extLst>
          </p:cNvPr>
          <p:cNvGrpSpPr/>
          <p:nvPr/>
        </p:nvGrpSpPr>
        <p:grpSpPr>
          <a:xfrm>
            <a:off x="4264086" y="1150648"/>
            <a:ext cx="3630410" cy="3708549"/>
            <a:chOff x="4264086" y="1535656"/>
            <a:chExt cx="3630410" cy="370854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xmlns="" id="{F3A343BE-BD25-45DB-A902-6D1AF3081D10}"/>
                </a:ext>
              </a:extLst>
            </p:cNvPr>
            <p:cNvSpPr/>
            <p:nvPr/>
          </p:nvSpPr>
          <p:spPr>
            <a:xfrm rot="18900000">
              <a:off x="4264086" y="1613795"/>
              <a:ext cx="3630410" cy="3630410"/>
            </a:xfrm>
            <a:prstGeom prst="roundRect">
              <a:avLst>
                <a:gd name="adj" fmla="val 586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xmlns="" id="{9EA34AFF-4789-4BF2-B06D-74F15255E311}"/>
                </a:ext>
              </a:extLst>
            </p:cNvPr>
            <p:cNvSpPr/>
            <p:nvPr/>
          </p:nvSpPr>
          <p:spPr>
            <a:xfrm rot="18900000">
              <a:off x="4264086" y="1535656"/>
              <a:ext cx="3630410" cy="3630410"/>
            </a:xfrm>
            <a:prstGeom prst="roundRect">
              <a:avLst>
                <a:gd name="adj" fmla="val 586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48A2979-A456-4286-B8FC-8FF4C0C58EFD}"/>
              </a:ext>
            </a:extLst>
          </p:cNvPr>
          <p:cNvSpPr txBox="1"/>
          <p:nvPr/>
        </p:nvSpPr>
        <p:spPr>
          <a:xfrm>
            <a:off x="3673642" y="1825361"/>
            <a:ext cx="4844716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dirty="0" err="1" smtClean="0">
                <a:solidFill>
                  <a:schemeClr val="bg1"/>
                </a:solidFill>
                <a:cs typeface="Arial" pitchFamily="34" charset="0"/>
              </a:rPr>
              <a:t>Contoh</a:t>
            </a:r>
            <a:r>
              <a:rPr lang="en-US" altLang="ko-KR" sz="40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</a:p>
          <a:p>
            <a:pPr algn="ctr"/>
            <a:r>
              <a:rPr lang="en-US" altLang="ko-KR" sz="4000" dirty="0" err="1" smtClean="0">
                <a:solidFill>
                  <a:schemeClr val="bg1"/>
                </a:solidFill>
                <a:cs typeface="Arial" pitchFamily="34" charset="0"/>
              </a:rPr>
              <a:t>Perhitungan</a:t>
            </a:r>
            <a:r>
              <a:rPr lang="en-US" altLang="ko-KR" sz="4000" dirty="0" smtClean="0">
                <a:solidFill>
                  <a:schemeClr val="bg1"/>
                </a:solidFill>
                <a:cs typeface="Arial" pitchFamily="34" charset="0"/>
              </a:rPr>
              <a:t> JIT</a:t>
            </a:r>
            <a:endParaRPr lang="en-US" altLang="ko-KR" sz="40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B3396ABD-F5E5-4CC2-8C4C-AF27AFF020E1}"/>
              </a:ext>
            </a:extLst>
          </p:cNvPr>
          <p:cNvGrpSpPr/>
          <p:nvPr/>
        </p:nvGrpSpPr>
        <p:grpSpPr>
          <a:xfrm>
            <a:off x="-16783" y="5756116"/>
            <a:ext cx="12208635" cy="987714"/>
            <a:chOff x="-16783" y="5884452"/>
            <a:chExt cx="12208635" cy="98771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FE1DDDF7-62DD-49AF-9E24-4BAB23B64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6783" y="5884452"/>
              <a:ext cx="6112783" cy="973548"/>
            </a:xfrm>
            <a:custGeom>
              <a:avLst/>
              <a:gdLst>
                <a:gd name="connsiteX0" fmla="*/ 5307865 w 12192148"/>
                <a:gd name="connsiteY0" fmla="*/ 0 h 1941773"/>
                <a:gd name="connsiteX1" fmla="*/ 5817217 w 12192148"/>
                <a:gd name="connsiteY1" fmla="*/ 0 h 1941773"/>
                <a:gd name="connsiteX2" fmla="*/ 5817217 w 12192148"/>
                <a:gd name="connsiteY2" fmla="*/ 697113 h 1941773"/>
                <a:gd name="connsiteX3" fmla="*/ 6190042 w 12192148"/>
                <a:gd name="connsiteY3" fmla="*/ 697113 h 1941773"/>
                <a:gd name="connsiteX4" fmla="*/ 6190042 w 12192148"/>
                <a:gd name="connsiteY4" fmla="*/ 1325570 h 1941773"/>
                <a:gd name="connsiteX5" fmla="*/ 6489353 w 12192148"/>
                <a:gd name="connsiteY5" fmla="*/ 1325570 h 1941773"/>
                <a:gd name="connsiteX6" fmla="*/ 6489353 w 12192148"/>
                <a:gd name="connsiteY6" fmla="*/ 1114324 h 1941773"/>
                <a:gd name="connsiteX7" fmla="*/ 6898935 w 12192148"/>
                <a:gd name="connsiteY7" fmla="*/ 1114324 h 1941773"/>
                <a:gd name="connsiteX8" fmla="*/ 6898935 w 12192148"/>
                <a:gd name="connsiteY8" fmla="*/ 348556 h 1941773"/>
                <a:gd name="connsiteX9" fmla="*/ 7219249 w 12192148"/>
                <a:gd name="connsiteY9" fmla="*/ 348556 h 1941773"/>
                <a:gd name="connsiteX10" fmla="*/ 7219249 w 12192148"/>
                <a:gd name="connsiteY10" fmla="*/ 1093199 h 1941773"/>
                <a:gd name="connsiteX11" fmla="*/ 7413539 w 12192148"/>
                <a:gd name="connsiteY11" fmla="*/ 1093199 h 1941773"/>
                <a:gd name="connsiteX12" fmla="*/ 7413539 w 12192148"/>
                <a:gd name="connsiteY12" fmla="*/ 517553 h 1941773"/>
                <a:gd name="connsiteX13" fmla="*/ 7875631 w 12192148"/>
                <a:gd name="connsiteY13" fmla="*/ 517553 h 1941773"/>
                <a:gd name="connsiteX14" fmla="*/ 7875631 w 12192148"/>
                <a:gd name="connsiteY14" fmla="*/ 1103761 h 1941773"/>
                <a:gd name="connsiteX15" fmla="*/ 8342975 w 12192148"/>
                <a:gd name="connsiteY15" fmla="*/ 1103761 h 1941773"/>
                <a:gd name="connsiteX16" fmla="*/ 8342975 w 12192148"/>
                <a:gd name="connsiteY16" fmla="*/ 739362 h 1941773"/>
                <a:gd name="connsiteX17" fmla="*/ 8852328 w 12192148"/>
                <a:gd name="connsiteY17" fmla="*/ 739362 h 1941773"/>
                <a:gd name="connsiteX18" fmla="*/ 8852328 w 12192148"/>
                <a:gd name="connsiteY18" fmla="*/ 1093199 h 1941773"/>
                <a:gd name="connsiteX19" fmla="*/ 9240906 w 12192148"/>
                <a:gd name="connsiteY19" fmla="*/ 1093199 h 1941773"/>
                <a:gd name="connsiteX20" fmla="*/ 9240906 w 12192148"/>
                <a:gd name="connsiteY20" fmla="*/ 924202 h 1941773"/>
                <a:gd name="connsiteX21" fmla="*/ 9503459 w 12192148"/>
                <a:gd name="connsiteY21" fmla="*/ 929483 h 1941773"/>
                <a:gd name="connsiteX22" fmla="*/ 9503459 w 12192148"/>
                <a:gd name="connsiteY22" fmla="*/ 781611 h 1941773"/>
                <a:gd name="connsiteX23" fmla="*/ 9771263 w 12192148"/>
                <a:gd name="connsiteY23" fmla="*/ 781611 h 1941773"/>
                <a:gd name="connsiteX24" fmla="*/ 9771263 w 12192148"/>
                <a:gd name="connsiteY24" fmla="*/ 918921 h 1941773"/>
                <a:gd name="connsiteX25" fmla="*/ 10028565 w 12192148"/>
                <a:gd name="connsiteY25" fmla="*/ 918921 h 1941773"/>
                <a:gd name="connsiteX26" fmla="*/ 10028565 w 12192148"/>
                <a:gd name="connsiteY26" fmla="*/ 765768 h 1941773"/>
                <a:gd name="connsiteX27" fmla="*/ 10280615 w 12192148"/>
                <a:gd name="connsiteY27" fmla="*/ 771049 h 1941773"/>
                <a:gd name="connsiteX28" fmla="*/ 10280615 w 12192148"/>
                <a:gd name="connsiteY28" fmla="*/ 190122 h 1941773"/>
                <a:gd name="connsiteX29" fmla="*/ 10789968 w 12192148"/>
                <a:gd name="connsiteY29" fmla="*/ 190122 h 1941773"/>
                <a:gd name="connsiteX30" fmla="*/ 10789968 w 12192148"/>
                <a:gd name="connsiteY30" fmla="*/ 697113 h 1941773"/>
                <a:gd name="connsiteX31" fmla="*/ 11168044 w 12192148"/>
                <a:gd name="connsiteY31" fmla="*/ 697113 h 1941773"/>
                <a:gd name="connsiteX32" fmla="*/ 11168044 w 12192148"/>
                <a:gd name="connsiteY32" fmla="*/ 1621315 h 1941773"/>
                <a:gd name="connsiteX33" fmla="*/ 11467354 w 12192148"/>
                <a:gd name="connsiteY33" fmla="*/ 1621315 h 1941773"/>
                <a:gd name="connsiteX34" fmla="*/ 11467354 w 12192148"/>
                <a:gd name="connsiteY34" fmla="*/ 1114324 h 1941773"/>
                <a:gd name="connsiteX35" fmla="*/ 11871686 w 12192148"/>
                <a:gd name="connsiteY35" fmla="*/ 1114324 h 1941773"/>
                <a:gd name="connsiteX36" fmla="*/ 11871686 w 12192148"/>
                <a:gd name="connsiteY36" fmla="*/ 348556 h 1941773"/>
                <a:gd name="connsiteX37" fmla="*/ 12192000 w 12192148"/>
                <a:gd name="connsiteY37" fmla="*/ 348556 h 1941773"/>
                <a:gd name="connsiteX38" fmla="*/ 12192000 w 12192148"/>
                <a:gd name="connsiteY38" fmla="*/ 1754103 h 1941773"/>
                <a:gd name="connsiteX39" fmla="*/ 12192000 w 12192148"/>
                <a:gd name="connsiteY39" fmla="*/ 1896676 h 1941773"/>
                <a:gd name="connsiteX40" fmla="*/ 12192148 w 12192148"/>
                <a:gd name="connsiteY40" fmla="*/ 1896676 h 1941773"/>
                <a:gd name="connsiteX41" fmla="*/ 12192148 w 12192148"/>
                <a:gd name="connsiteY41" fmla="*/ 1941773 h 1941773"/>
                <a:gd name="connsiteX42" fmla="*/ 0 w 12192148"/>
                <a:gd name="connsiteY42" fmla="*/ 1941773 h 1941773"/>
                <a:gd name="connsiteX43" fmla="*/ 0 w 12192148"/>
                <a:gd name="connsiteY43" fmla="*/ 1896676 h 1941773"/>
                <a:gd name="connsiteX44" fmla="*/ 0 w 12192148"/>
                <a:gd name="connsiteY44" fmla="*/ 1573784 h 1941773"/>
                <a:gd name="connsiteX45" fmla="*/ 112847 w 12192148"/>
                <a:gd name="connsiteY45" fmla="*/ 1573784 h 1941773"/>
                <a:gd name="connsiteX46" fmla="*/ 293106 w 12192148"/>
                <a:gd name="connsiteY46" fmla="*/ 1573784 h 1941773"/>
                <a:gd name="connsiteX47" fmla="*/ 293106 w 12192148"/>
                <a:gd name="connsiteY47" fmla="*/ 411930 h 1941773"/>
                <a:gd name="connsiteX48" fmla="*/ 655428 w 12192148"/>
                <a:gd name="connsiteY48" fmla="*/ 411930 h 1941773"/>
                <a:gd name="connsiteX49" fmla="*/ 655428 w 12192148"/>
                <a:gd name="connsiteY49" fmla="*/ 1373100 h 1941773"/>
                <a:gd name="connsiteX50" fmla="*/ 791956 w 12192148"/>
                <a:gd name="connsiteY50" fmla="*/ 1188260 h 1941773"/>
                <a:gd name="connsiteX51" fmla="*/ 954739 w 12192148"/>
                <a:gd name="connsiteY51" fmla="*/ 1399506 h 1941773"/>
                <a:gd name="connsiteX52" fmla="*/ 1101768 w 12192148"/>
                <a:gd name="connsiteY52" fmla="*/ 1188260 h 1941773"/>
                <a:gd name="connsiteX53" fmla="*/ 1264551 w 12192148"/>
                <a:gd name="connsiteY53" fmla="*/ 1399506 h 1941773"/>
                <a:gd name="connsiteX54" fmla="*/ 1411580 w 12192148"/>
                <a:gd name="connsiteY54" fmla="*/ 1188260 h 1941773"/>
                <a:gd name="connsiteX55" fmla="*/ 1574363 w 12192148"/>
                <a:gd name="connsiteY55" fmla="*/ 1399506 h 1941773"/>
                <a:gd name="connsiteX56" fmla="*/ 1574363 w 12192148"/>
                <a:gd name="connsiteY56" fmla="*/ 1447036 h 1941773"/>
                <a:gd name="connsiteX57" fmla="*/ 1721393 w 12192148"/>
                <a:gd name="connsiteY57" fmla="*/ 1447036 h 1941773"/>
                <a:gd name="connsiteX58" fmla="*/ 1721393 w 12192148"/>
                <a:gd name="connsiteY58" fmla="*/ 1299164 h 1941773"/>
                <a:gd name="connsiteX59" fmla="*/ 1537606 w 12192148"/>
                <a:gd name="connsiteY59" fmla="*/ 1072074 h 1941773"/>
                <a:gd name="connsiteX60" fmla="*/ 1721393 w 12192148"/>
                <a:gd name="connsiteY60" fmla="*/ 844985 h 1941773"/>
                <a:gd name="connsiteX61" fmla="*/ 1721393 w 12192148"/>
                <a:gd name="connsiteY61" fmla="*/ 586208 h 1941773"/>
                <a:gd name="connsiteX62" fmla="*/ 1815912 w 12192148"/>
                <a:gd name="connsiteY62" fmla="*/ 586208 h 1941773"/>
                <a:gd name="connsiteX63" fmla="*/ 1815912 w 12192148"/>
                <a:gd name="connsiteY63" fmla="*/ 844985 h 1941773"/>
                <a:gd name="connsiteX64" fmla="*/ 1999699 w 12192148"/>
                <a:gd name="connsiteY64" fmla="*/ 1072074 h 1941773"/>
                <a:gd name="connsiteX65" fmla="*/ 1815912 w 12192148"/>
                <a:gd name="connsiteY65" fmla="*/ 1299164 h 1941773"/>
                <a:gd name="connsiteX66" fmla="*/ 1815912 w 12192148"/>
                <a:gd name="connsiteY66" fmla="*/ 1447036 h 1941773"/>
                <a:gd name="connsiteX67" fmla="*/ 1941937 w 12192148"/>
                <a:gd name="connsiteY67" fmla="*/ 1447036 h 1941773"/>
                <a:gd name="connsiteX68" fmla="*/ 1941937 w 12192148"/>
                <a:gd name="connsiteY68" fmla="*/ 1293883 h 1941773"/>
                <a:gd name="connsiteX69" fmla="*/ 2099469 w 12192148"/>
                <a:gd name="connsiteY69" fmla="*/ 1293883 h 1941773"/>
                <a:gd name="connsiteX70" fmla="*/ 2099469 w 12192148"/>
                <a:gd name="connsiteY70" fmla="*/ 1093199 h 1941773"/>
                <a:gd name="connsiteX71" fmla="*/ 2440788 w 12192148"/>
                <a:gd name="connsiteY71" fmla="*/ 1093199 h 1941773"/>
                <a:gd name="connsiteX72" fmla="*/ 2440788 w 12192148"/>
                <a:gd name="connsiteY72" fmla="*/ 517553 h 1941773"/>
                <a:gd name="connsiteX73" fmla="*/ 2897630 w 12192148"/>
                <a:gd name="connsiteY73" fmla="*/ 517553 h 1941773"/>
                <a:gd name="connsiteX74" fmla="*/ 2897630 w 12192148"/>
                <a:gd name="connsiteY74" fmla="*/ 1103761 h 1941773"/>
                <a:gd name="connsiteX75" fmla="*/ 3364974 w 12192148"/>
                <a:gd name="connsiteY75" fmla="*/ 1103761 h 1941773"/>
                <a:gd name="connsiteX76" fmla="*/ 3364974 w 12192148"/>
                <a:gd name="connsiteY76" fmla="*/ 739362 h 1941773"/>
                <a:gd name="connsiteX77" fmla="*/ 3879577 w 12192148"/>
                <a:gd name="connsiteY77" fmla="*/ 739362 h 1941773"/>
                <a:gd name="connsiteX78" fmla="*/ 3879577 w 12192148"/>
                <a:gd name="connsiteY78" fmla="*/ 1093199 h 1941773"/>
                <a:gd name="connsiteX79" fmla="*/ 4268157 w 12192148"/>
                <a:gd name="connsiteY79" fmla="*/ 1093199 h 1941773"/>
                <a:gd name="connsiteX80" fmla="*/ 4268157 w 12192148"/>
                <a:gd name="connsiteY80" fmla="*/ 924202 h 1941773"/>
                <a:gd name="connsiteX81" fmla="*/ 4530710 w 12192148"/>
                <a:gd name="connsiteY81" fmla="*/ 929483 h 1941773"/>
                <a:gd name="connsiteX82" fmla="*/ 4530710 w 12192148"/>
                <a:gd name="connsiteY82" fmla="*/ 781611 h 1941773"/>
                <a:gd name="connsiteX83" fmla="*/ 4798513 w 12192148"/>
                <a:gd name="connsiteY83" fmla="*/ 781611 h 1941773"/>
                <a:gd name="connsiteX84" fmla="*/ 4798513 w 12192148"/>
                <a:gd name="connsiteY84" fmla="*/ 918921 h 1941773"/>
                <a:gd name="connsiteX85" fmla="*/ 5055815 w 12192148"/>
                <a:gd name="connsiteY85" fmla="*/ 918921 h 1941773"/>
                <a:gd name="connsiteX86" fmla="*/ 5055815 w 12192148"/>
                <a:gd name="connsiteY86" fmla="*/ 765768 h 1941773"/>
                <a:gd name="connsiteX87" fmla="*/ 5307865 w 12192148"/>
                <a:gd name="connsiteY87" fmla="*/ 771049 h 1941773"/>
                <a:gd name="connsiteX88" fmla="*/ 5307865 w 12192148"/>
                <a:gd name="connsiteY88" fmla="*/ 0 h 194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2192148" h="1941773">
                  <a:moveTo>
                    <a:pt x="5307865" y="0"/>
                  </a:moveTo>
                  <a:cubicBezTo>
                    <a:pt x="5307865" y="0"/>
                    <a:pt x="5307865" y="0"/>
                    <a:pt x="5817217" y="0"/>
                  </a:cubicBezTo>
                  <a:cubicBezTo>
                    <a:pt x="5817217" y="0"/>
                    <a:pt x="5817217" y="0"/>
                    <a:pt x="5817217" y="697113"/>
                  </a:cubicBezTo>
                  <a:cubicBezTo>
                    <a:pt x="5817217" y="697113"/>
                    <a:pt x="5817217" y="697113"/>
                    <a:pt x="6190042" y="697113"/>
                  </a:cubicBezTo>
                  <a:cubicBezTo>
                    <a:pt x="6190042" y="697113"/>
                    <a:pt x="6190042" y="697113"/>
                    <a:pt x="6190042" y="1325570"/>
                  </a:cubicBezTo>
                  <a:cubicBezTo>
                    <a:pt x="6190042" y="1325570"/>
                    <a:pt x="6190042" y="1325570"/>
                    <a:pt x="6489353" y="1325570"/>
                  </a:cubicBezTo>
                  <a:cubicBezTo>
                    <a:pt x="6489353" y="1325570"/>
                    <a:pt x="6489353" y="1325570"/>
                    <a:pt x="6489353" y="1114324"/>
                  </a:cubicBezTo>
                  <a:cubicBezTo>
                    <a:pt x="6489353" y="1114324"/>
                    <a:pt x="6489353" y="1114324"/>
                    <a:pt x="6898935" y="1114324"/>
                  </a:cubicBezTo>
                  <a:cubicBezTo>
                    <a:pt x="6898935" y="1114324"/>
                    <a:pt x="6898935" y="1114324"/>
                    <a:pt x="6898935" y="348556"/>
                  </a:cubicBezTo>
                  <a:cubicBezTo>
                    <a:pt x="6898935" y="348556"/>
                    <a:pt x="6898935" y="348556"/>
                    <a:pt x="7219249" y="348556"/>
                  </a:cubicBezTo>
                  <a:cubicBezTo>
                    <a:pt x="7219249" y="348556"/>
                    <a:pt x="7219249" y="348556"/>
                    <a:pt x="7219249" y="1093199"/>
                  </a:cubicBezTo>
                  <a:cubicBezTo>
                    <a:pt x="7219249" y="1093199"/>
                    <a:pt x="7219249" y="1093199"/>
                    <a:pt x="7413539" y="1093199"/>
                  </a:cubicBezTo>
                  <a:cubicBezTo>
                    <a:pt x="7413539" y="1093199"/>
                    <a:pt x="7413539" y="1093199"/>
                    <a:pt x="7413539" y="517553"/>
                  </a:cubicBezTo>
                  <a:cubicBezTo>
                    <a:pt x="7413539" y="517553"/>
                    <a:pt x="7413539" y="517553"/>
                    <a:pt x="7875631" y="517553"/>
                  </a:cubicBezTo>
                  <a:cubicBezTo>
                    <a:pt x="7875631" y="517553"/>
                    <a:pt x="7875631" y="517553"/>
                    <a:pt x="7875631" y="1103761"/>
                  </a:cubicBezTo>
                  <a:cubicBezTo>
                    <a:pt x="7875631" y="1103761"/>
                    <a:pt x="7875631" y="1103761"/>
                    <a:pt x="8342975" y="1103761"/>
                  </a:cubicBezTo>
                  <a:cubicBezTo>
                    <a:pt x="8342975" y="1103761"/>
                    <a:pt x="8342975" y="1103761"/>
                    <a:pt x="8342975" y="739362"/>
                  </a:cubicBezTo>
                  <a:cubicBezTo>
                    <a:pt x="8342975" y="739362"/>
                    <a:pt x="8342975" y="739362"/>
                    <a:pt x="8852328" y="739362"/>
                  </a:cubicBezTo>
                  <a:cubicBezTo>
                    <a:pt x="8852328" y="739362"/>
                    <a:pt x="8852328" y="739362"/>
                    <a:pt x="8852328" y="1093199"/>
                  </a:cubicBezTo>
                  <a:cubicBezTo>
                    <a:pt x="8852328" y="1093199"/>
                    <a:pt x="8852328" y="1093199"/>
                    <a:pt x="9240906" y="1093199"/>
                  </a:cubicBezTo>
                  <a:cubicBezTo>
                    <a:pt x="9240906" y="1093199"/>
                    <a:pt x="9240906" y="1093199"/>
                    <a:pt x="9240906" y="924202"/>
                  </a:cubicBezTo>
                  <a:cubicBezTo>
                    <a:pt x="9240906" y="924202"/>
                    <a:pt x="9240906" y="924202"/>
                    <a:pt x="9503459" y="929483"/>
                  </a:cubicBezTo>
                  <a:cubicBezTo>
                    <a:pt x="9503459" y="929483"/>
                    <a:pt x="9503459" y="929483"/>
                    <a:pt x="9503459" y="781611"/>
                  </a:cubicBezTo>
                  <a:cubicBezTo>
                    <a:pt x="9503459" y="781611"/>
                    <a:pt x="9503459" y="781611"/>
                    <a:pt x="9771263" y="781611"/>
                  </a:cubicBezTo>
                  <a:cubicBezTo>
                    <a:pt x="9771263" y="781611"/>
                    <a:pt x="9771263" y="781611"/>
                    <a:pt x="9771263" y="918921"/>
                  </a:cubicBezTo>
                  <a:cubicBezTo>
                    <a:pt x="9771263" y="918921"/>
                    <a:pt x="9771263" y="918921"/>
                    <a:pt x="10028565" y="918921"/>
                  </a:cubicBezTo>
                  <a:cubicBezTo>
                    <a:pt x="10028565" y="918921"/>
                    <a:pt x="10028565" y="918921"/>
                    <a:pt x="10028565" y="765768"/>
                  </a:cubicBezTo>
                  <a:cubicBezTo>
                    <a:pt x="10028565" y="765768"/>
                    <a:pt x="10028565" y="765768"/>
                    <a:pt x="10280615" y="771049"/>
                  </a:cubicBezTo>
                  <a:cubicBezTo>
                    <a:pt x="10280615" y="771049"/>
                    <a:pt x="10280615" y="771049"/>
                    <a:pt x="10280615" y="190122"/>
                  </a:cubicBezTo>
                  <a:cubicBezTo>
                    <a:pt x="10280615" y="190122"/>
                    <a:pt x="10280615" y="190122"/>
                    <a:pt x="10789968" y="190122"/>
                  </a:cubicBezTo>
                  <a:cubicBezTo>
                    <a:pt x="10789968" y="190122"/>
                    <a:pt x="10789968" y="190122"/>
                    <a:pt x="10789968" y="697113"/>
                  </a:cubicBezTo>
                  <a:cubicBezTo>
                    <a:pt x="10789968" y="697113"/>
                    <a:pt x="10789968" y="697113"/>
                    <a:pt x="11168044" y="697113"/>
                  </a:cubicBezTo>
                  <a:cubicBezTo>
                    <a:pt x="11168044" y="697113"/>
                    <a:pt x="11168044" y="697113"/>
                    <a:pt x="11168044" y="1621315"/>
                  </a:cubicBezTo>
                  <a:cubicBezTo>
                    <a:pt x="11168044" y="1621315"/>
                    <a:pt x="11168044" y="1621315"/>
                    <a:pt x="11467354" y="1621315"/>
                  </a:cubicBezTo>
                  <a:cubicBezTo>
                    <a:pt x="11467354" y="1621315"/>
                    <a:pt x="11467354" y="1621315"/>
                    <a:pt x="11467354" y="1114324"/>
                  </a:cubicBezTo>
                  <a:cubicBezTo>
                    <a:pt x="11467354" y="1114324"/>
                    <a:pt x="11467354" y="1114324"/>
                    <a:pt x="11871686" y="1114324"/>
                  </a:cubicBezTo>
                  <a:cubicBezTo>
                    <a:pt x="11871686" y="1114324"/>
                    <a:pt x="11871686" y="1114324"/>
                    <a:pt x="11871686" y="348556"/>
                  </a:cubicBezTo>
                  <a:cubicBezTo>
                    <a:pt x="11871686" y="348556"/>
                    <a:pt x="11871686" y="348556"/>
                    <a:pt x="12192000" y="348556"/>
                  </a:cubicBezTo>
                  <a:cubicBezTo>
                    <a:pt x="12192000" y="348556"/>
                    <a:pt x="12192000" y="348556"/>
                    <a:pt x="12192000" y="1754103"/>
                  </a:cubicBezTo>
                  <a:lnTo>
                    <a:pt x="12192000" y="1896676"/>
                  </a:lnTo>
                  <a:lnTo>
                    <a:pt x="12192148" y="1896676"/>
                  </a:lnTo>
                  <a:lnTo>
                    <a:pt x="12192148" y="1941773"/>
                  </a:lnTo>
                  <a:lnTo>
                    <a:pt x="0" y="1941773"/>
                  </a:lnTo>
                  <a:lnTo>
                    <a:pt x="0" y="1896676"/>
                  </a:lnTo>
                  <a:lnTo>
                    <a:pt x="0" y="1573784"/>
                  </a:lnTo>
                  <a:lnTo>
                    <a:pt x="112847" y="1573784"/>
                  </a:lnTo>
                  <a:cubicBezTo>
                    <a:pt x="165111" y="1573784"/>
                    <a:pt x="224842" y="1573784"/>
                    <a:pt x="293106" y="1573784"/>
                  </a:cubicBezTo>
                  <a:cubicBezTo>
                    <a:pt x="293106" y="1573784"/>
                    <a:pt x="293106" y="1573784"/>
                    <a:pt x="293106" y="411930"/>
                  </a:cubicBezTo>
                  <a:cubicBezTo>
                    <a:pt x="293106" y="411930"/>
                    <a:pt x="293106" y="411930"/>
                    <a:pt x="655428" y="411930"/>
                  </a:cubicBezTo>
                  <a:cubicBezTo>
                    <a:pt x="655428" y="411930"/>
                    <a:pt x="655428" y="411930"/>
                    <a:pt x="655428" y="1373100"/>
                  </a:cubicBezTo>
                  <a:cubicBezTo>
                    <a:pt x="676433" y="1315008"/>
                    <a:pt x="734194" y="1188260"/>
                    <a:pt x="791956" y="1188260"/>
                  </a:cubicBezTo>
                  <a:cubicBezTo>
                    <a:pt x="875973" y="1188260"/>
                    <a:pt x="954739" y="1399506"/>
                    <a:pt x="954739" y="1399506"/>
                  </a:cubicBezTo>
                  <a:cubicBezTo>
                    <a:pt x="954739" y="1399506"/>
                    <a:pt x="1023002" y="1188260"/>
                    <a:pt x="1101768" y="1188260"/>
                  </a:cubicBezTo>
                  <a:cubicBezTo>
                    <a:pt x="1180534" y="1188260"/>
                    <a:pt x="1264551" y="1399506"/>
                    <a:pt x="1264551" y="1399506"/>
                  </a:cubicBezTo>
                  <a:cubicBezTo>
                    <a:pt x="1264551" y="1399506"/>
                    <a:pt x="1332815" y="1188260"/>
                    <a:pt x="1411580" y="1188260"/>
                  </a:cubicBezTo>
                  <a:cubicBezTo>
                    <a:pt x="1490347" y="1188260"/>
                    <a:pt x="1574363" y="1399506"/>
                    <a:pt x="1574363" y="1399506"/>
                  </a:cubicBezTo>
                  <a:cubicBezTo>
                    <a:pt x="1574363" y="1399506"/>
                    <a:pt x="1574363" y="1399506"/>
                    <a:pt x="1574363" y="1447036"/>
                  </a:cubicBezTo>
                  <a:cubicBezTo>
                    <a:pt x="1574363" y="1447036"/>
                    <a:pt x="1574363" y="1447036"/>
                    <a:pt x="1721393" y="1447036"/>
                  </a:cubicBezTo>
                  <a:cubicBezTo>
                    <a:pt x="1721393" y="1447036"/>
                    <a:pt x="1721393" y="1447036"/>
                    <a:pt x="1721393" y="1299164"/>
                  </a:cubicBezTo>
                  <a:cubicBezTo>
                    <a:pt x="1616372" y="1278040"/>
                    <a:pt x="1537606" y="1182979"/>
                    <a:pt x="1537606" y="1072074"/>
                  </a:cubicBezTo>
                  <a:cubicBezTo>
                    <a:pt x="1537606" y="961170"/>
                    <a:pt x="1616372" y="866110"/>
                    <a:pt x="1721393" y="844985"/>
                  </a:cubicBezTo>
                  <a:cubicBezTo>
                    <a:pt x="1721393" y="844985"/>
                    <a:pt x="1721393" y="844985"/>
                    <a:pt x="1721393" y="586208"/>
                  </a:cubicBezTo>
                  <a:cubicBezTo>
                    <a:pt x="1721393" y="586208"/>
                    <a:pt x="1721393" y="586208"/>
                    <a:pt x="1815912" y="586208"/>
                  </a:cubicBezTo>
                  <a:cubicBezTo>
                    <a:pt x="1815912" y="586208"/>
                    <a:pt x="1815912" y="586208"/>
                    <a:pt x="1815912" y="844985"/>
                  </a:cubicBezTo>
                  <a:cubicBezTo>
                    <a:pt x="1920933" y="866110"/>
                    <a:pt x="1999699" y="961170"/>
                    <a:pt x="1999699" y="1072074"/>
                  </a:cubicBezTo>
                  <a:cubicBezTo>
                    <a:pt x="1999699" y="1188260"/>
                    <a:pt x="1920933" y="1278040"/>
                    <a:pt x="1815912" y="1299164"/>
                  </a:cubicBezTo>
                  <a:cubicBezTo>
                    <a:pt x="1815912" y="1299164"/>
                    <a:pt x="1815912" y="1299164"/>
                    <a:pt x="1815912" y="1447036"/>
                  </a:cubicBezTo>
                  <a:cubicBezTo>
                    <a:pt x="1815912" y="1447036"/>
                    <a:pt x="1815912" y="1447036"/>
                    <a:pt x="1941937" y="1447036"/>
                  </a:cubicBezTo>
                  <a:cubicBezTo>
                    <a:pt x="1941937" y="1447036"/>
                    <a:pt x="1941937" y="1447036"/>
                    <a:pt x="1941937" y="1293883"/>
                  </a:cubicBezTo>
                  <a:cubicBezTo>
                    <a:pt x="1941937" y="1293883"/>
                    <a:pt x="1941937" y="1293883"/>
                    <a:pt x="2099469" y="1293883"/>
                  </a:cubicBezTo>
                  <a:cubicBezTo>
                    <a:pt x="2099469" y="1293883"/>
                    <a:pt x="2099469" y="1293883"/>
                    <a:pt x="2099469" y="1093199"/>
                  </a:cubicBezTo>
                  <a:cubicBezTo>
                    <a:pt x="2099469" y="1093199"/>
                    <a:pt x="2099469" y="1093199"/>
                    <a:pt x="2440788" y="1093199"/>
                  </a:cubicBezTo>
                  <a:cubicBezTo>
                    <a:pt x="2440788" y="1093199"/>
                    <a:pt x="2440788" y="1093199"/>
                    <a:pt x="2440788" y="517553"/>
                  </a:cubicBezTo>
                  <a:cubicBezTo>
                    <a:pt x="2440788" y="517553"/>
                    <a:pt x="2440788" y="517553"/>
                    <a:pt x="2897630" y="517553"/>
                  </a:cubicBezTo>
                  <a:cubicBezTo>
                    <a:pt x="2897630" y="517553"/>
                    <a:pt x="2897630" y="517553"/>
                    <a:pt x="2897630" y="1103761"/>
                  </a:cubicBezTo>
                  <a:cubicBezTo>
                    <a:pt x="2897630" y="1103761"/>
                    <a:pt x="2897630" y="1103761"/>
                    <a:pt x="3364974" y="1103761"/>
                  </a:cubicBezTo>
                  <a:cubicBezTo>
                    <a:pt x="3364974" y="1103761"/>
                    <a:pt x="3364974" y="1103761"/>
                    <a:pt x="3364974" y="739362"/>
                  </a:cubicBezTo>
                  <a:cubicBezTo>
                    <a:pt x="3364974" y="739362"/>
                    <a:pt x="3364974" y="739362"/>
                    <a:pt x="3879577" y="739362"/>
                  </a:cubicBezTo>
                  <a:cubicBezTo>
                    <a:pt x="3879577" y="739362"/>
                    <a:pt x="3879577" y="739362"/>
                    <a:pt x="3879577" y="1093199"/>
                  </a:cubicBezTo>
                  <a:cubicBezTo>
                    <a:pt x="3879577" y="1093199"/>
                    <a:pt x="3879577" y="1093199"/>
                    <a:pt x="4268157" y="1093199"/>
                  </a:cubicBezTo>
                  <a:cubicBezTo>
                    <a:pt x="4268157" y="1093199"/>
                    <a:pt x="4268157" y="1093199"/>
                    <a:pt x="4268157" y="924202"/>
                  </a:cubicBezTo>
                  <a:cubicBezTo>
                    <a:pt x="4268157" y="924202"/>
                    <a:pt x="4268157" y="924202"/>
                    <a:pt x="4530710" y="929483"/>
                  </a:cubicBezTo>
                  <a:cubicBezTo>
                    <a:pt x="4530710" y="929483"/>
                    <a:pt x="4530710" y="929483"/>
                    <a:pt x="4530710" y="781611"/>
                  </a:cubicBezTo>
                  <a:cubicBezTo>
                    <a:pt x="4530710" y="781611"/>
                    <a:pt x="4530710" y="781611"/>
                    <a:pt x="4798513" y="781611"/>
                  </a:cubicBezTo>
                  <a:cubicBezTo>
                    <a:pt x="4798513" y="781611"/>
                    <a:pt x="4798513" y="781611"/>
                    <a:pt x="4798513" y="918921"/>
                  </a:cubicBezTo>
                  <a:cubicBezTo>
                    <a:pt x="4798513" y="918921"/>
                    <a:pt x="4798513" y="918921"/>
                    <a:pt x="5055815" y="918921"/>
                  </a:cubicBezTo>
                  <a:cubicBezTo>
                    <a:pt x="5055815" y="918921"/>
                    <a:pt x="5055815" y="918921"/>
                    <a:pt x="5055815" y="765768"/>
                  </a:cubicBezTo>
                  <a:cubicBezTo>
                    <a:pt x="5055815" y="765768"/>
                    <a:pt x="5055815" y="765768"/>
                    <a:pt x="5307865" y="771049"/>
                  </a:cubicBezTo>
                  <a:cubicBezTo>
                    <a:pt x="5307865" y="771049"/>
                    <a:pt x="5307865" y="771049"/>
                    <a:pt x="5307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xmlns="" id="{F659574A-FD5D-45B5-9E28-672B9381E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69" y="5898618"/>
              <a:ext cx="6112783" cy="973548"/>
            </a:xfrm>
            <a:custGeom>
              <a:avLst/>
              <a:gdLst>
                <a:gd name="connsiteX0" fmla="*/ 5307865 w 12192148"/>
                <a:gd name="connsiteY0" fmla="*/ 0 h 1941773"/>
                <a:gd name="connsiteX1" fmla="*/ 5817217 w 12192148"/>
                <a:gd name="connsiteY1" fmla="*/ 0 h 1941773"/>
                <a:gd name="connsiteX2" fmla="*/ 5817217 w 12192148"/>
                <a:gd name="connsiteY2" fmla="*/ 697113 h 1941773"/>
                <a:gd name="connsiteX3" fmla="*/ 6190042 w 12192148"/>
                <a:gd name="connsiteY3" fmla="*/ 697113 h 1941773"/>
                <a:gd name="connsiteX4" fmla="*/ 6190042 w 12192148"/>
                <a:gd name="connsiteY4" fmla="*/ 1325570 h 1941773"/>
                <a:gd name="connsiteX5" fmla="*/ 6489353 w 12192148"/>
                <a:gd name="connsiteY5" fmla="*/ 1325570 h 1941773"/>
                <a:gd name="connsiteX6" fmla="*/ 6489353 w 12192148"/>
                <a:gd name="connsiteY6" fmla="*/ 1114324 h 1941773"/>
                <a:gd name="connsiteX7" fmla="*/ 6898935 w 12192148"/>
                <a:gd name="connsiteY7" fmla="*/ 1114324 h 1941773"/>
                <a:gd name="connsiteX8" fmla="*/ 6898935 w 12192148"/>
                <a:gd name="connsiteY8" fmla="*/ 348556 h 1941773"/>
                <a:gd name="connsiteX9" fmla="*/ 7219249 w 12192148"/>
                <a:gd name="connsiteY9" fmla="*/ 348556 h 1941773"/>
                <a:gd name="connsiteX10" fmla="*/ 7219249 w 12192148"/>
                <a:gd name="connsiteY10" fmla="*/ 1093199 h 1941773"/>
                <a:gd name="connsiteX11" fmla="*/ 7413539 w 12192148"/>
                <a:gd name="connsiteY11" fmla="*/ 1093199 h 1941773"/>
                <a:gd name="connsiteX12" fmla="*/ 7413539 w 12192148"/>
                <a:gd name="connsiteY12" fmla="*/ 517553 h 1941773"/>
                <a:gd name="connsiteX13" fmla="*/ 7875631 w 12192148"/>
                <a:gd name="connsiteY13" fmla="*/ 517553 h 1941773"/>
                <a:gd name="connsiteX14" fmla="*/ 7875631 w 12192148"/>
                <a:gd name="connsiteY14" fmla="*/ 1103761 h 1941773"/>
                <a:gd name="connsiteX15" fmla="*/ 8342975 w 12192148"/>
                <a:gd name="connsiteY15" fmla="*/ 1103761 h 1941773"/>
                <a:gd name="connsiteX16" fmla="*/ 8342975 w 12192148"/>
                <a:gd name="connsiteY16" fmla="*/ 739362 h 1941773"/>
                <a:gd name="connsiteX17" fmla="*/ 8852328 w 12192148"/>
                <a:gd name="connsiteY17" fmla="*/ 739362 h 1941773"/>
                <a:gd name="connsiteX18" fmla="*/ 8852328 w 12192148"/>
                <a:gd name="connsiteY18" fmla="*/ 1093199 h 1941773"/>
                <a:gd name="connsiteX19" fmla="*/ 9240906 w 12192148"/>
                <a:gd name="connsiteY19" fmla="*/ 1093199 h 1941773"/>
                <a:gd name="connsiteX20" fmla="*/ 9240906 w 12192148"/>
                <a:gd name="connsiteY20" fmla="*/ 924202 h 1941773"/>
                <a:gd name="connsiteX21" fmla="*/ 9503459 w 12192148"/>
                <a:gd name="connsiteY21" fmla="*/ 929483 h 1941773"/>
                <a:gd name="connsiteX22" fmla="*/ 9503459 w 12192148"/>
                <a:gd name="connsiteY22" fmla="*/ 781611 h 1941773"/>
                <a:gd name="connsiteX23" fmla="*/ 9771263 w 12192148"/>
                <a:gd name="connsiteY23" fmla="*/ 781611 h 1941773"/>
                <a:gd name="connsiteX24" fmla="*/ 9771263 w 12192148"/>
                <a:gd name="connsiteY24" fmla="*/ 918921 h 1941773"/>
                <a:gd name="connsiteX25" fmla="*/ 10028565 w 12192148"/>
                <a:gd name="connsiteY25" fmla="*/ 918921 h 1941773"/>
                <a:gd name="connsiteX26" fmla="*/ 10028565 w 12192148"/>
                <a:gd name="connsiteY26" fmla="*/ 765768 h 1941773"/>
                <a:gd name="connsiteX27" fmla="*/ 10280615 w 12192148"/>
                <a:gd name="connsiteY27" fmla="*/ 771049 h 1941773"/>
                <a:gd name="connsiteX28" fmla="*/ 10280615 w 12192148"/>
                <a:gd name="connsiteY28" fmla="*/ 190122 h 1941773"/>
                <a:gd name="connsiteX29" fmla="*/ 10789968 w 12192148"/>
                <a:gd name="connsiteY29" fmla="*/ 190122 h 1941773"/>
                <a:gd name="connsiteX30" fmla="*/ 10789968 w 12192148"/>
                <a:gd name="connsiteY30" fmla="*/ 697113 h 1941773"/>
                <a:gd name="connsiteX31" fmla="*/ 11168044 w 12192148"/>
                <a:gd name="connsiteY31" fmla="*/ 697113 h 1941773"/>
                <a:gd name="connsiteX32" fmla="*/ 11168044 w 12192148"/>
                <a:gd name="connsiteY32" fmla="*/ 1621315 h 1941773"/>
                <a:gd name="connsiteX33" fmla="*/ 11467354 w 12192148"/>
                <a:gd name="connsiteY33" fmla="*/ 1621315 h 1941773"/>
                <a:gd name="connsiteX34" fmla="*/ 11467354 w 12192148"/>
                <a:gd name="connsiteY34" fmla="*/ 1114324 h 1941773"/>
                <a:gd name="connsiteX35" fmla="*/ 11871686 w 12192148"/>
                <a:gd name="connsiteY35" fmla="*/ 1114324 h 1941773"/>
                <a:gd name="connsiteX36" fmla="*/ 11871686 w 12192148"/>
                <a:gd name="connsiteY36" fmla="*/ 348556 h 1941773"/>
                <a:gd name="connsiteX37" fmla="*/ 12192000 w 12192148"/>
                <a:gd name="connsiteY37" fmla="*/ 348556 h 1941773"/>
                <a:gd name="connsiteX38" fmla="*/ 12192000 w 12192148"/>
                <a:gd name="connsiteY38" fmla="*/ 1754103 h 1941773"/>
                <a:gd name="connsiteX39" fmla="*/ 12192000 w 12192148"/>
                <a:gd name="connsiteY39" fmla="*/ 1896676 h 1941773"/>
                <a:gd name="connsiteX40" fmla="*/ 12192148 w 12192148"/>
                <a:gd name="connsiteY40" fmla="*/ 1896676 h 1941773"/>
                <a:gd name="connsiteX41" fmla="*/ 12192148 w 12192148"/>
                <a:gd name="connsiteY41" fmla="*/ 1941773 h 1941773"/>
                <a:gd name="connsiteX42" fmla="*/ 0 w 12192148"/>
                <a:gd name="connsiteY42" fmla="*/ 1941773 h 1941773"/>
                <a:gd name="connsiteX43" fmla="*/ 0 w 12192148"/>
                <a:gd name="connsiteY43" fmla="*/ 1896676 h 1941773"/>
                <a:gd name="connsiteX44" fmla="*/ 0 w 12192148"/>
                <a:gd name="connsiteY44" fmla="*/ 1573784 h 1941773"/>
                <a:gd name="connsiteX45" fmla="*/ 112847 w 12192148"/>
                <a:gd name="connsiteY45" fmla="*/ 1573784 h 1941773"/>
                <a:gd name="connsiteX46" fmla="*/ 293106 w 12192148"/>
                <a:gd name="connsiteY46" fmla="*/ 1573784 h 1941773"/>
                <a:gd name="connsiteX47" fmla="*/ 293106 w 12192148"/>
                <a:gd name="connsiteY47" fmla="*/ 411930 h 1941773"/>
                <a:gd name="connsiteX48" fmla="*/ 655428 w 12192148"/>
                <a:gd name="connsiteY48" fmla="*/ 411930 h 1941773"/>
                <a:gd name="connsiteX49" fmla="*/ 655428 w 12192148"/>
                <a:gd name="connsiteY49" fmla="*/ 1373100 h 1941773"/>
                <a:gd name="connsiteX50" fmla="*/ 791956 w 12192148"/>
                <a:gd name="connsiteY50" fmla="*/ 1188260 h 1941773"/>
                <a:gd name="connsiteX51" fmla="*/ 954739 w 12192148"/>
                <a:gd name="connsiteY51" fmla="*/ 1399506 h 1941773"/>
                <a:gd name="connsiteX52" fmla="*/ 1101768 w 12192148"/>
                <a:gd name="connsiteY52" fmla="*/ 1188260 h 1941773"/>
                <a:gd name="connsiteX53" fmla="*/ 1264551 w 12192148"/>
                <a:gd name="connsiteY53" fmla="*/ 1399506 h 1941773"/>
                <a:gd name="connsiteX54" fmla="*/ 1411580 w 12192148"/>
                <a:gd name="connsiteY54" fmla="*/ 1188260 h 1941773"/>
                <a:gd name="connsiteX55" fmla="*/ 1574363 w 12192148"/>
                <a:gd name="connsiteY55" fmla="*/ 1399506 h 1941773"/>
                <a:gd name="connsiteX56" fmla="*/ 1574363 w 12192148"/>
                <a:gd name="connsiteY56" fmla="*/ 1447036 h 1941773"/>
                <a:gd name="connsiteX57" fmla="*/ 1721393 w 12192148"/>
                <a:gd name="connsiteY57" fmla="*/ 1447036 h 1941773"/>
                <a:gd name="connsiteX58" fmla="*/ 1721393 w 12192148"/>
                <a:gd name="connsiteY58" fmla="*/ 1299164 h 1941773"/>
                <a:gd name="connsiteX59" fmla="*/ 1537606 w 12192148"/>
                <a:gd name="connsiteY59" fmla="*/ 1072074 h 1941773"/>
                <a:gd name="connsiteX60" fmla="*/ 1721393 w 12192148"/>
                <a:gd name="connsiteY60" fmla="*/ 844985 h 1941773"/>
                <a:gd name="connsiteX61" fmla="*/ 1721393 w 12192148"/>
                <a:gd name="connsiteY61" fmla="*/ 586208 h 1941773"/>
                <a:gd name="connsiteX62" fmla="*/ 1815912 w 12192148"/>
                <a:gd name="connsiteY62" fmla="*/ 586208 h 1941773"/>
                <a:gd name="connsiteX63" fmla="*/ 1815912 w 12192148"/>
                <a:gd name="connsiteY63" fmla="*/ 844985 h 1941773"/>
                <a:gd name="connsiteX64" fmla="*/ 1999699 w 12192148"/>
                <a:gd name="connsiteY64" fmla="*/ 1072074 h 1941773"/>
                <a:gd name="connsiteX65" fmla="*/ 1815912 w 12192148"/>
                <a:gd name="connsiteY65" fmla="*/ 1299164 h 1941773"/>
                <a:gd name="connsiteX66" fmla="*/ 1815912 w 12192148"/>
                <a:gd name="connsiteY66" fmla="*/ 1447036 h 1941773"/>
                <a:gd name="connsiteX67" fmla="*/ 1941937 w 12192148"/>
                <a:gd name="connsiteY67" fmla="*/ 1447036 h 1941773"/>
                <a:gd name="connsiteX68" fmla="*/ 1941937 w 12192148"/>
                <a:gd name="connsiteY68" fmla="*/ 1293883 h 1941773"/>
                <a:gd name="connsiteX69" fmla="*/ 2099469 w 12192148"/>
                <a:gd name="connsiteY69" fmla="*/ 1293883 h 1941773"/>
                <a:gd name="connsiteX70" fmla="*/ 2099469 w 12192148"/>
                <a:gd name="connsiteY70" fmla="*/ 1093199 h 1941773"/>
                <a:gd name="connsiteX71" fmla="*/ 2440788 w 12192148"/>
                <a:gd name="connsiteY71" fmla="*/ 1093199 h 1941773"/>
                <a:gd name="connsiteX72" fmla="*/ 2440788 w 12192148"/>
                <a:gd name="connsiteY72" fmla="*/ 517553 h 1941773"/>
                <a:gd name="connsiteX73" fmla="*/ 2897630 w 12192148"/>
                <a:gd name="connsiteY73" fmla="*/ 517553 h 1941773"/>
                <a:gd name="connsiteX74" fmla="*/ 2897630 w 12192148"/>
                <a:gd name="connsiteY74" fmla="*/ 1103761 h 1941773"/>
                <a:gd name="connsiteX75" fmla="*/ 3364974 w 12192148"/>
                <a:gd name="connsiteY75" fmla="*/ 1103761 h 1941773"/>
                <a:gd name="connsiteX76" fmla="*/ 3364974 w 12192148"/>
                <a:gd name="connsiteY76" fmla="*/ 739362 h 1941773"/>
                <a:gd name="connsiteX77" fmla="*/ 3879577 w 12192148"/>
                <a:gd name="connsiteY77" fmla="*/ 739362 h 1941773"/>
                <a:gd name="connsiteX78" fmla="*/ 3879577 w 12192148"/>
                <a:gd name="connsiteY78" fmla="*/ 1093199 h 1941773"/>
                <a:gd name="connsiteX79" fmla="*/ 4268157 w 12192148"/>
                <a:gd name="connsiteY79" fmla="*/ 1093199 h 1941773"/>
                <a:gd name="connsiteX80" fmla="*/ 4268157 w 12192148"/>
                <a:gd name="connsiteY80" fmla="*/ 924202 h 1941773"/>
                <a:gd name="connsiteX81" fmla="*/ 4530710 w 12192148"/>
                <a:gd name="connsiteY81" fmla="*/ 929483 h 1941773"/>
                <a:gd name="connsiteX82" fmla="*/ 4530710 w 12192148"/>
                <a:gd name="connsiteY82" fmla="*/ 781611 h 1941773"/>
                <a:gd name="connsiteX83" fmla="*/ 4798513 w 12192148"/>
                <a:gd name="connsiteY83" fmla="*/ 781611 h 1941773"/>
                <a:gd name="connsiteX84" fmla="*/ 4798513 w 12192148"/>
                <a:gd name="connsiteY84" fmla="*/ 918921 h 1941773"/>
                <a:gd name="connsiteX85" fmla="*/ 5055815 w 12192148"/>
                <a:gd name="connsiteY85" fmla="*/ 918921 h 1941773"/>
                <a:gd name="connsiteX86" fmla="*/ 5055815 w 12192148"/>
                <a:gd name="connsiteY86" fmla="*/ 765768 h 1941773"/>
                <a:gd name="connsiteX87" fmla="*/ 5307865 w 12192148"/>
                <a:gd name="connsiteY87" fmla="*/ 771049 h 1941773"/>
                <a:gd name="connsiteX88" fmla="*/ 5307865 w 12192148"/>
                <a:gd name="connsiteY88" fmla="*/ 0 h 194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2192148" h="1941773">
                  <a:moveTo>
                    <a:pt x="5307865" y="0"/>
                  </a:moveTo>
                  <a:cubicBezTo>
                    <a:pt x="5307865" y="0"/>
                    <a:pt x="5307865" y="0"/>
                    <a:pt x="5817217" y="0"/>
                  </a:cubicBezTo>
                  <a:cubicBezTo>
                    <a:pt x="5817217" y="0"/>
                    <a:pt x="5817217" y="0"/>
                    <a:pt x="5817217" y="697113"/>
                  </a:cubicBezTo>
                  <a:cubicBezTo>
                    <a:pt x="5817217" y="697113"/>
                    <a:pt x="5817217" y="697113"/>
                    <a:pt x="6190042" y="697113"/>
                  </a:cubicBezTo>
                  <a:cubicBezTo>
                    <a:pt x="6190042" y="697113"/>
                    <a:pt x="6190042" y="697113"/>
                    <a:pt x="6190042" y="1325570"/>
                  </a:cubicBezTo>
                  <a:cubicBezTo>
                    <a:pt x="6190042" y="1325570"/>
                    <a:pt x="6190042" y="1325570"/>
                    <a:pt x="6489353" y="1325570"/>
                  </a:cubicBezTo>
                  <a:cubicBezTo>
                    <a:pt x="6489353" y="1325570"/>
                    <a:pt x="6489353" y="1325570"/>
                    <a:pt x="6489353" y="1114324"/>
                  </a:cubicBezTo>
                  <a:cubicBezTo>
                    <a:pt x="6489353" y="1114324"/>
                    <a:pt x="6489353" y="1114324"/>
                    <a:pt x="6898935" y="1114324"/>
                  </a:cubicBezTo>
                  <a:cubicBezTo>
                    <a:pt x="6898935" y="1114324"/>
                    <a:pt x="6898935" y="1114324"/>
                    <a:pt x="6898935" y="348556"/>
                  </a:cubicBezTo>
                  <a:cubicBezTo>
                    <a:pt x="6898935" y="348556"/>
                    <a:pt x="6898935" y="348556"/>
                    <a:pt x="7219249" y="348556"/>
                  </a:cubicBezTo>
                  <a:cubicBezTo>
                    <a:pt x="7219249" y="348556"/>
                    <a:pt x="7219249" y="348556"/>
                    <a:pt x="7219249" y="1093199"/>
                  </a:cubicBezTo>
                  <a:cubicBezTo>
                    <a:pt x="7219249" y="1093199"/>
                    <a:pt x="7219249" y="1093199"/>
                    <a:pt x="7413539" y="1093199"/>
                  </a:cubicBezTo>
                  <a:cubicBezTo>
                    <a:pt x="7413539" y="1093199"/>
                    <a:pt x="7413539" y="1093199"/>
                    <a:pt x="7413539" y="517553"/>
                  </a:cubicBezTo>
                  <a:cubicBezTo>
                    <a:pt x="7413539" y="517553"/>
                    <a:pt x="7413539" y="517553"/>
                    <a:pt x="7875631" y="517553"/>
                  </a:cubicBezTo>
                  <a:cubicBezTo>
                    <a:pt x="7875631" y="517553"/>
                    <a:pt x="7875631" y="517553"/>
                    <a:pt x="7875631" y="1103761"/>
                  </a:cubicBezTo>
                  <a:cubicBezTo>
                    <a:pt x="7875631" y="1103761"/>
                    <a:pt x="7875631" y="1103761"/>
                    <a:pt x="8342975" y="1103761"/>
                  </a:cubicBezTo>
                  <a:cubicBezTo>
                    <a:pt x="8342975" y="1103761"/>
                    <a:pt x="8342975" y="1103761"/>
                    <a:pt x="8342975" y="739362"/>
                  </a:cubicBezTo>
                  <a:cubicBezTo>
                    <a:pt x="8342975" y="739362"/>
                    <a:pt x="8342975" y="739362"/>
                    <a:pt x="8852328" y="739362"/>
                  </a:cubicBezTo>
                  <a:cubicBezTo>
                    <a:pt x="8852328" y="739362"/>
                    <a:pt x="8852328" y="739362"/>
                    <a:pt x="8852328" y="1093199"/>
                  </a:cubicBezTo>
                  <a:cubicBezTo>
                    <a:pt x="8852328" y="1093199"/>
                    <a:pt x="8852328" y="1093199"/>
                    <a:pt x="9240906" y="1093199"/>
                  </a:cubicBezTo>
                  <a:cubicBezTo>
                    <a:pt x="9240906" y="1093199"/>
                    <a:pt x="9240906" y="1093199"/>
                    <a:pt x="9240906" y="924202"/>
                  </a:cubicBezTo>
                  <a:cubicBezTo>
                    <a:pt x="9240906" y="924202"/>
                    <a:pt x="9240906" y="924202"/>
                    <a:pt x="9503459" y="929483"/>
                  </a:cubicBezTo>
                  <a:cubicBezTo>
                    <a:pt x="9503459" y="929483"/>
                    <a:pt x="9503459" y="929483"/>
                    <a:pt x="9503459" y="781611"/>
                  </a:cubicBezTo>
                  <a:cubicBezTo>
                    <a:pt x="9503459" y="781611"/>
                    <a:pt x="9503459" y="781611"/>
                    <a:pt x="9771263" y="781611"/>
                  </a:cubicBezTo>
                  <a:cubicBezTo>
                    <a:pt x="9771263" y="781611"/>
                    <a:pt x="9771263" y="781611"/>
                    <a:pt x="9771263" y="918921"/>
                  </a:cubicBezTo>
                  <a:cubicBezTo>
                    <a:pt x="9771263" y="918921"/>
                    <a:pt x="9771263" y="918921"/>
                    <a:pt x="10028565" y="918921"/>
                  </a:cubicBezTo>
                  <a:cubicBezTo>
                    <a:pt x="10028565" y="918921"/>
                    <a:pt x="10028565" y="918921"/>
                    <a:pt x="10028565" y="765768"/>
                  </a:cubicBezTo>
                  <a:cubicBezTo>
                    <a:pt x="10028565" y="765768"/>
                    <a:pt x="10028565" y="765768"/>
                    <a:pt x="10280615" y="771049"/>
                  </a:cubicBezTo>
                  <a:cubicBezTo>
                    <a:pt x="10280615" y="771049"/>
                    <a:pt x="10280615" y="771049"/>
                    <a:pt x="10280615" y="190122"/>
                  </a:cubicBezTo>
                  <a:cubicBezTo>
                    <a:pt x="10280615" y="190122"/>
                    <a:pt x="10280615" y="190122"/>
                    <a:pt x="10789968" y="190122"/>
                  </a:cubicBezTo>
                  <a:cubicBezTo>
                    <a:pt x="10789968" y="190122"/>
                    <a:pt x="10789968" y="190122"/>
                    <a:pt x="10789968" y="697113"/>
                  </a:cubicBezTo>
                  <a:cubicBezTo>
                    <a:pt x="10789968" y="697113"/>
                    <a:pt x="10789968" y="697113"/>
                    <a:pt x="11168044" y="697113"/>
                  </a:cubicBezTo>
                  <a:cubicBezTo>
                    <a:pt x="11168044" y="697113"/>
                    <a:pt x="11168044" y="697113"/>
                    <a:pt x="11168044" y="1621315"/>
                  </a:cubicBezTo>
                  <a:cubicBezTo>
                    <a:pt x="11168044" y="1621315"/>
                    <a:pt x="11168044" y="1621315"/>
                    <a:pt x="11467354" y="1621315"/>
                  </a:cubicBezTo>
                  <a:cubicBezTo>
                    <a:pt x="11467354" y="1621315"/>
                    <a:pt x="11467354" y="1621315"/>
                    <a:pt x="11467354" y="1114324"/>
                  </a:cubicBezTo>
                  <a:cubicBezTo>
                    <a:pt x="11467354" y="1114324"/>
                    <a:pt x="11467354" y="1114324"/>
                    <a:pt x="11871686" y="1114324"/>
                  </a:cubicBezTo>
                  <a:cubicBezTo>
                    <a:pt x="11871686" y="1114324"/>
                    <a:pt x="11871686" y="1114324"/>
                    <a:pt x="11871686" y="348556"/>
                  </a:cubicBezTo>
                  <a:cubicBezTo>
                    <a:pt x="11871686" y="348556"/>
                    <a:pt x="11871686" y="348556"/>
                    <a:pt x="12192000" y="348556"/>
                  </a:cubicBezTo>
                  <a:cubicBezTo>
                    <a:pt x="12192000" y="348556"/>
                    <a:pt x="12192000" y="348556"/>
                    <a:pt x="12192000" y="1754103"/>
                  </a:cubicBezTo>
                  <a:lnTo>
                    <a:pt x="12192000" y="1896676"/>
                  </a:lnTo>
                  <a:lnTo>
                    <a:pt x="12192148" y="1896676"/>
                  </a:lnTo>
                  <a:lnTo>
                    <a:pt x="12192148" y="1941773"/>
                  </a:lnTo>
                  <a:lnTo>
                    <a:pt x="0" y="1941773"/>
                  </a:lnTo>
                  <a:lnTo>
                    <a:pt x="0" y="1896676"/>
                  </a:lnTo>
                  <a:lnTo>
                    <a:pt x="0" y="1573784"/>
                  </a:lnTo>
                  <a:lnTo>
                    <a:pt x="112847" y="1573784"/>
                  </a:lnTo>
                  <a:cubicBezTo>
                    <a:pt x="165111" y="1573784"/>
                    <a:pt x="224842" y="1573784"/>
                    <a:pt x="293106" y="1573784"/>
                  </a:cubicBezTo>
                  <a:cubicBezTo>
                    <a:pt x="293106" y="1573784"/>
                    <a:pt x="293106" y="1573784"/>
                    <a:pt x="293106" y="411930"/>
                  </a:cubicBezTo>
                  <a:cubicBezTo>
                    <a:pt x="293106" y="411930"/>
                    <a:pt x="293106" y="411930"/>
                    <a:pt x="655428" y="411930"/>
                  </a:cubicBezTo>
                  <a:cubicBezTo>
                    <a:pt x="655428" y="411930"/>
                    <a:pt x="655428" y="411930"/>
                    <a:pt x="655428" y="1373100"/>
                  </a:cubicBezTo>
                  <a:cubicBezTo>
                    <a:pt x="676433" y="1315008"/>
                    <a:pt x="734194" y="1188260"/>
                    <a:pt x="791956" y="1188260"/>
                  </a:cubicBezTo>
                  <a:cubicBezTo>
                    <a:pt x="875973" y="1188260"/>
                    <a:pt x="954739" y="1399506"/>
                    <a:pt x="954739" y="1399506"/>
                  </a:cubicBezTo>
                  <a:cubicBezTo>
                    <a:pt x="954739" y="1399506"/>
                    <a:pt x="1023002" y="1188260"/>
                    <a:pt x="1101768" y="1188260"/>
                  </a:cubicBezTo>
                  <a:cubicBezTo>
                    <a:pt x="1180534" y="1188260"/>
                    <a:pt x="1264551" y="1399506"/>
                    <a:pt x="1264551" y="1399506"/>
                  </a:cubicBezTo>
                  <a:cubicBezTo>
                    <a:pt x="1264551" y="1399506"/>
                    <a:pt x="1332815" y="1188260"/>
                    <a:pt x="1411580" y="1188260"/>
                  </a:cubicBezTo>
                  <a:cubicBezTo>
                    <a:pt x="1490347" y="1188260"/>
                    <a:pt x="1574363" y="1399506"/>
                    <a:pt x="1574363" y="1399506"/>
                  </a:cubicBezTo>
                  <a:cubicBezTo>
                    <a:pt x="1574363" y="1399506"/>
                    <a:pt x="1574363" y="1399506"/>
                    <a:pt x="1574363" y="1447036"/>
                  </a:cubicBezTo>
                  <a:cubicBezTo>
                    <a:pt x="1574363" y="1447036"/>
                    <a:pt x="1574363" y="1447036"/>
                    <a:pt x="1721393" y="1447036"/>
                  </a:cubicBezTo>
                  <a:cubicBezTo>
                    <a:pt x="1721393" y="1447036"/>
                    <a:pt x="1721393" y="1447036"/>
                    <a:pt x="1721393" y="1299164"/>
                  </a:cubicBezTo>
                  <a:cubicBezTo>
                    <a:pt x="1616372" y="1278040"/>
                    <a:pt x="1537606" y="1182979"/>
                    <a:pt x="1537606" y="1072074"/>
                  </a:cubicBezTo>
                  <a:cubicBezTo>
                    <a:pt x="1537606" y="961170"/>
                    <a:pt x="1616372" y="866110"/>
                    <a:pt x="1721393" y="844985"/>
                  </a:cubicBezTo>
                  <a:cubicBezTo>
                    <a:pt x="1721393" y="844985"/>
                    <a:pt x="1721393" y="844985"/>
                    <a:pt x="1721393" y="586208"/>
                  </a:cubicBezTo>
                  <a:cubicBezTo>
                    <a:pt x="1721393" y="586208"/>
                    <a:pt x="1721393" y="586208"/>
                    <a:pt x="1815912" y="586208"/>
                  </a:cubicBezTo>
                  <a:cubicBezTo>
                    <a:pt x="1815912" y="586208"/>
                    <a:pt x="1815912" y="586208"/>
                    <a:pt x="1815912" y="844985"/>
                  </a:cubicBezTo>
                  <a:cubicBezTo>
                    <a:pt x="1920933" y="866110"/>
                    <a:pt x="1999699" y="961170"/>
                    <a:pt x="1999699" y="1072074"/>
                  </a:cubicBezTo>
                  <a:cubicBezTo>
                    <a:pt x="1999699" y="1188260"/>
                    <a:pt x="1920933" y="1278040"/>
                    <a:pt x="1815912" y="1299164"/>
                  </a:cubicBezTo>
                  <a:cubicBezTo>
                    <a:pt x="1815912" y="1299164"/>
                    <a:pt x="1815912" y="1299164"/>
                    <a:pt x="1815912" y="1447036"/>
                  </a:cubicBezTo>
                  <a:cubicBezTo>
                    <a:pt x="1815912" y="1447036"/>
                    <a:pt x="1815912" y="1447036"/>
                    <a:pt x="1941937" y="1447036"/>
                  </a:cubicBezTo>
                  <a:cubicBezTo>
                    <a:pt x="1941937" y="1447036"/>
                    <a:pt x="1941937" y="1447036"/>
                    <a:pt x="1941937" y="1293883"/>
                  </a:cubicBezTo>
                  <a:cubicBezTo>
                    <a:pt x="1941937" y="1293883"/>
                    <a:pt x="1941937" y="1293883"/>
                    <a:pt x="2099469" y="1293883"/>
                  </a:cubicBezTo>
                  <a:cubicBezTo>
                    <a:pt x="2099469" y="1293883"/>
                    <a:pt x="2099469" y="1293883"/>
                    <a:pt x="2099469" y="1093199"/>
                  </a:cubicBezTo>
                  <a:cubicBezTo>
                    <a:pt x="2099469" y="1093199"/>
                    <a:pt x="2099469" y="1093199"/>
                    <a:pt x="2440788" y="1093199"/>
                  </a:cubicBezTo>
                  <a:cubicBezTo>
                    <a:pt x="2440788" y="1093199"/>
                    <a:pt x="2440788" y="1093199"/>
                    <a:pt x="2440788" y="517553"/>
                  </a:cubicBezTo>
                  <a:cubicBezTo>
                    <a:pt x="2440788" y="517553"/>
                    <a:pt x="2440788" y="517553"/>
                    <a:pt x="2897630" y="517553"/>
                  </a:cubicBezTo>
                  <a:cubicBezTo>
                    <a:pt x="2897630" y="517553"/>
                    <a:pt x="2897630" y="517553"/>
                    <a:pt x="2897630" y="1103761"/>
                  </a:cubicBezTo>
                  <a:cubicBezTo>
                    <a:pt x="2897630" y="1103761"/>
                    <a:pt x="2897630" y="1103761"/>
                    <a:pt x="3364974" y="1103761"/>
                  </a:cubicBezTo>
                  <a:cubicBezTo>
                    <a:pt x="3364974" y="1103761"/>
                    <a:pt x="3364974" y="1103761"/>
                    <a:pt x="3364974" y="739362"/>
                  </a:cubicBezTo>
                  <a:cubicBezTo>
                    <a:pt x="3364974" y="739362"/>
                    <a:pt x="3364974" y="739362"/>
                    <a:pt x="3879577" y="739362"/>
                  </a:cubicBezTo>
                  <a:cubicBezTo>
                    <a:pt x="3879577" y="739362"/>
                    <a:pt x="3879577" y="739362"/>
                    <a:pt x="3879577" y="1093199"/>
                  </a:cubicBezTo>
                  <a:cubicBezTo>
                    <a:pt x="3879577" y="1093199"/>
                    <a:pt x="3879577" y="1093199"/>
                    <a:pt x="4268157" y="1093199"/>
                  </a:cubicBezTo>
                  <a:cubicBezTo>
                    <a:pt x="4268157" y="1093199"/>
                    <a:pt x="4268157" y="1093199"/>
                    <a:pt x="4268157" y="924202"/>
                  </a:cubicBezTo>
                  <a:cubicBezTo>
                    <a:pt x="4268157" y="924202"/>
                    <a:pt x="4268157" y="924202"/>
                    <a:pt x="4530710" y="929483"/>
                  </a:cubicBezTo>
                  <a:cubicBezTo>
                    <a:pt x="4530710" y="929483"/>
                    <a:pt x="4530710" y="929483"/>
                    <a:pt x="4530710" y="781611"/>
                  </a:cubicBezTo>
                  <a:cubicBezTo>
                    <a:pt x="4530710" y="781611"/>
                    <a:pt x="4530710" y="781611"/>
                    <a:pt x="4798513" y="781611"/>
                  </a:cubicBezTo>
                  <a:cubicBezTo>
                    <a:pt x="4798513" y="781611"/>
                    <a:pt x="4798513" y="781611"/>
                    <a:pt x="4798513" y="918921"/>
                  </a:cubicBezTo>
                  <a:cubicBezTo>
                    <a:pt x="4798513" y="918921"/>
                    <a:pt x="4798513" y="918921"/>
                    <a:pt x="5055815" y="918921"/>
                  </a:cubicBezTo>
                  <a:cubicBezTo>
                    <a:pt x="5055815" y="918921"/>
                    <a:pt x="5055815" y="918921"/>
                    <a:pt x="5055815" y="765768"/>
                  </a:cubicBezTo>
                  <a:cubicBezTo>
                    <a:pt x="5055815" y="765768"/>
                    <a:pt x="5055815" y="765768"/>
                    <a:pt x="5307865" y="771049"/>
                  </a:cubicBezTo>
                  <a:cubicBezTo>
                    <a:pt x="5307865" y="771049"/>
                    <a:pt x="5307865" y="771049"/>
                    <a:pt x="5307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BD62B17A-1725-49E8-9D1D-63830501112B}"/>
              </a:ext>
            </a:extLst>
          </p:cNvPr>
          <p:cNvGrpSpPr/>
          <p:nvPr/>
        </p:nvGrpSpPr>
        <p:grpSpPr>
          <a:xfrm>
            <a:off x="130076" y="4486734"/>
            <a:ext cx="2248626" cy="2225012"/>
            <a:chOff x="3175" y="1588"/>
            <a:chExt cx="4686300" cy="4637087"/>
          </a:xfrm>
          <a:solidFill>
            <a:schemeClr val="accent6"/>
          </a:solidFill>
        </p:grpSpPr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xmlns="" id="{DE819105-5DB4-46DC-AC07-9DCB326E5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8" y="3094038"/>
              <a:ext cx="98425" cy="133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xmlns="" id="{36DE6030-FB06-4F93-9784-7B79CD9D6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975" y="3094038"/>
              <a:ext cx="85725" cy="133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xmlns="" id="{1176D955-10D7-4701-AAE0-C00F5ECC9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14801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xmlns="" id="{418C6D0D-4DCF-44E2-8B94-E65CF4AC6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176588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xmlns="" id="{E0FDA524-43DC-4623-B0B1-ACAE7E075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176588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xmlns="" id="{62F22C32-B45F-4588-96DE-460D2CEA2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44170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xmlns="" id="{788FE555-3550-4100-805E-DDEBC7DD9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470275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xmlns="" id="{5AFC136C-E42D-498A-AFDB-E1453B78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470275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xmlns="" id="{0EE3899C-AD24-4488-91A4-00B8CC014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73380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xmlns="" id="{C94665C3-4769-43CC-A1A3-0F3BCC0F3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762375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xmlns="" id="{8D3DCA95-33B8-44E2-AEEE-5C19E3E47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762375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16">
              <a:extLst>
                <a:ext uri="{FF2B5EF4-FFF2-40B4-BE49-F238E27FC236}">
                  <a16:creationId xmlns:a16="http://schemas.microsoft.com/office/drawing/2014/main" xmlns="" id="{91886D56-EE96-4F53-9CD0-B0A50C56E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4027488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xmlns="" id="{38E352DA-DF6A-4693-B10F-F87894A2D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4056063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xmlns="" id="{861D65DE-C61D-4510-8D5E-B209D4E21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4056063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9">
              <a:extLst>
                <a:ext uri="{FF2B5EF4-FFF2-40B4-BE49-F238E27FC236}">
                  <a16:creationId xmlns:a16="http://schemas.microsoft.com/office/drawing/2014/main" xmlns="" id="{60B4159A-905D-48AC-B807-B563304DB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8" y="1897063"/>
              <a:ext cx="98425" cy="128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0">
              <a:extLst>
                <a:ext uri="{FF2B5EF4-FFF2-40B4-BE49-F238E27FC236}">
                  <a16:creationId xmlns:a16="http://schemas.microsoft.com/office/drawing/2014/main" xmlns="" id="{A2F29FED-88D3-4C7D-A344-D892BC5E7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975" y="1897063"/>
              <a:ext cx="85725" cy="128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1">
              <a:extLst>
                <a:ext uri="{FF2B5EF4-FFF2-40B4-BE49-F238E27FC236}">
                  <a16:creationId xmlns:a16="http://schemas.microsoft.com/office/drawing/2014/main" xmlns="" id="{A2F96EA2-99F5-4C10-A2D7-4AD146A60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189706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xmlns="" id="{1CDB6BEC-2086-4663-975D-06B72D1F1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1925638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xmlns="" id="{CB9C93FB-FBF3-41C0-8B61-69D5A0473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1925638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4">
              <a:extLst>
                <a:ext uri="{FF2B5EF4-FFF2-40B4-BE49-F238E27FC236}">
                  <a16:creationId xmlns:a16="http://schemas.microsoft.com/office/drawing/2014/main" xmlns="" id="{95CD85C8-51E3-4D5E-8BC1-7CA4EAB8F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18916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xmlns="" id="{3BFA2418-58D9-463B-8641-192E25E85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217738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xmlns="" id="{5EE9D6E9-0BEE-4CEF-8EDB-EF1351A60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217738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xmlns="" id="{8C37EBE1-B90E-4F17-A9F9-3BD4276C2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48285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xmlns="" id="{90F50E58-71E9-43E2-9506-BAA380CDD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511425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xmlns="" id="{4DBF3AEE-1012-43E8-9EBA-706E82A50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511425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30">
              <a:extLst>
                <a:ext uri="{FF2B5EF4-FFF2-40B4-BE49-F238E27FC236}">
                  <a16:creationId xmlns:a16="http://schemas.microsoft.com/office/drawing/2014/main" xmlns="" id="{7BEAB592-643D-4949-9BF5-0A6405E66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77495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1">
              <a:extLst>
                <a:ext uri="{FF2B5EF4-FFF2-40B4-BE49-F238E27FC236}">
                  <a16:creationId xmlns:a16="http://schemas.microsoft.com/office/drawing/2014/main" xmlns="" id="{2555EA84-A00C-4B50-A5DE-B218CCDF8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803525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2">
              <a:extLst>
                <a:ext uri="{FF2B5EF4-FFF2-40B4-BE49-F238E27FC236}">
                  <a16:creationId xmlns:a16="http://schemas.microsoft.com/office/drawing/2014/main" xmlns="" id="{6D28AE3B-F03F-408C-8836-47DB0EBE5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803525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33">
              <a:extLst>
                <a:ext uri="{FF2B5EF4-FFF2-40B4-BE49-F238E27FC236}">
                  <a16:creationId xmlns:a16="http://schemas.microsoft.com/office/drawing/2014/main" xmlns="" id="{18772A9D-4ED2-46FF-B518-2243437CA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919163"/>
              <a:ext cx="44450" cy="9810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34">
              <a:extLst>
                <a:ext uri="{FF2B5EF4-FFF2-40B4-BE49-F238E27FC236}">
                  <a16:creationId xmlns:a16="http://schemas.microsoft.com/office/drawing/2014/main" xmlns="" id="{FB7CA4FA-7DF7-48C5-9F36-FDED2E1E1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875" y="919163"/>
              <a:ext cx="53975" cy="9810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35">
              <a:extLst>
                <a:ext uri="{FF2B5EF4-FFF2-40B4-BE49-F238E27FC236}">
                  <a16:creationId xmlns:a16="http://schemas.microsoft.com/office/drawing/2014/main" xmlns="" id="{3F87037C-2303-442A-9EC1-D7D5A7F1D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915988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36">
              <a:extLst>
                <a:ext uri="{FF2B5EF4-FFF2-40B4-BE49-F238E27FC236}">
                  <a16:creationId xmlns:a16="http://schemas.microsoft.com/office/drawing/2014/main" xmlns="" id="{86BA7F3E-E19C-4615-BBB1-1CF2CA59D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938213"/>
              <a:ext cx="236538" cy="234950"/>
            </a:xfrm>
            <a:custGeom>
              <a:avLst/>
              <a:gdLst>
                <a:gd name="T0" fmla="*/ 135 w 149"/>
                <a:gd name="T1" fmla="*/ 148 h 148"/>
                <a:gd name="T2" fmla="*/ 0 w 149"/>
                <a:gd name="T3" fmla="*/ 14 h 148"/>
                <a:gd name="T4" fmla="*/ 14 w 149"/>
                <a:gd name="T5" fmla="*/ 0 h 148"/>
                <a:gd name="T6" fmla="*/ 149 w 149"/>
                <a:gd name="T7" fmla="*/ 134 h 148"/>
                <a:gd name="T8" fmla="*/ 135 w 149"/>
                <a:gd name="T9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135" y="148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7">
              <a:extLst>
                <a:ext uri="{FF2B5EF4-FFF2-40B4-BE49-F238E27FC236}">
                  <a16:creationId xmlns:a16="http://schemas.microsoft.com/office/drawing/2014/main" xmlns="" id="{50D48179-6FA6-4BE7-AAA0-0A623BECE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938213"/>
              <a:ext cx="236538" cy="234950"/>
            </a:xfrm>
            <a:custGeom>
              <a:avLst/>
              <a:gdLst>
                <a:gd name="T0" fmla="*/ 0 w 149"/>
                <a:gd name="T1" fmla="*/ 134 h 148"/>
                <a:gd name="T2" fmla="*/ 135 w 149"/>
                <a:gd name="T3" fmla="*/ 0 h 148"/>
                <a:gd name="T4" fmla="*/ 149 w 149"/>
                <a:gd name="T5" fmla="*/ 14 h 148"/>
                <a:gd name="T6" fmla="*/ 14 w 149"/>
                <a:gd name="T7" fmla="*/ 148 h 148"/>
                <a:gd name="T8" fmla="*/ 0 w 149"/>
                <a:gd name="T9" fmla="*/ 1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0" y="134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8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38">
              <a:extLst>
                <a:ext uri="{FF2B5EF4-FFF2-40B4-BE49-F238E27FC236}">
                  <a16:creationId xmlns:a16="http://schemas.microsoft.com/office/drawing/2014/main" xmlns="" id="{E31C3D43-36AA-4C42-A8F9-A3020C8A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141413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9">
              <a:extLst>
                <a:ext uri="{FF2B5EF4-FFF2-40B4-BE49-F238E27FC236}">
                  <a16:creationId xmlns:a16="http://schemas.microsoft.com/office/drawing/2014/main" xmlns="" id="{974D4C08-85C7-4F3B-A8D8-F75E90B3E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160463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4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xmlns="" id="{40572E18-1B63-40F3-B6E9-CB022046D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160463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4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Rectangle 41">
              <a:extLst>
                <a:ext uri="{FF2B5EF4-FFF2-40B4-BE49-F238E27FC236}">
                  <a16:creationId xmlns:a16="http://schemas.microsoft.com/office/drawing/2014/main" xmlns="" id="{9CE2F97C-BCE4-4DA8-8524-BE509AF95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36525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2">
              <a:extLst>
                <a:ext uri="{FF2B5EF4-FFF2-40B4-BE49-F238E27FC236}">
                  <a16:creationId xmlns:a16="http://schemas.microsoft.com/office/drawing/2014/main" xmlns="" id="{E1DA533C-6026-4AE3-A7FF-7E02ED4EC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387475"/>
              <a:ext cx="236538" cy="231775"/>
            </a:xfrm>
            <a:custGeom>
              <a:avLst/>
              <a:gdLst>
                <a:gd name="T0" fmla="*/ 135 w 149"/>
                <a:gd name="T1" fmla="*/ 146 h 146"/>
                <a:gd name="T2" fmla="*/ 0 w 149"/>
                <a:gd name="T3" fmla="*/ 12 h 146"/>
                <a:gd name="T4" fmla="*/ 14 w 149"/>
                <a:gd name="T5" fmla="*/ 0 h 146"/>
                <a:gd name="T6" fmla="*/ 149 w 149"/>
                <a:gd name="T7" fmla="*/ 134 h 146"/>
                <a:gd name="T8" fmla="*/ 135 w 1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135" y="146"/>
                  </a:moveTo>
                  <a:lnTo>
                    <a:pt x="0" y="12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3">
              <a:extLst>
                <a:ext uri="{FF2B5EF4-FFF2-40B4-BE49-F238E27FC236}">
                  <a16:creationId xmlns:a16="http://schemas.microsoft.com/office/drawing/2014/main" xmlns="" id="{F680E4D9-A7EC-4ABB-826C-64FB355CC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387475"/>
              <a:ext cx="236538" cy="231775"/>
            </a:xfrm>
            <a:custGeom>
              <a:avLst/>
              <a:gdLst>
                <a:gd name="T0" fmla="*/ 0 w 149"/>
                <a:gd name="T1" fmla="*/ 134 h 146"/>
                <a:gd name="T2" fmla="*/ 135 w 149"/>
                <a:gd name="T3" fmla="*/ 0 h 146"/>
                <a:gd name="T4" fmla="*/ 149 w 149"/>
                <a:gd name="T5" fmla="*/ 12 h 146"/>
                <a:gd name="T6" fmla="*/ 14 w 149"/>
                <a:gd name="T7" fmla="*/ 146 h 146"/>
                <a:gd name="T8" fmla="*/ 0 w 149"/>
                <a:gd name="T9" fmla="*/ 13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0" y="134"/>
                  </a:moveTo>
                  <a:lnTo>
                    <a:pt x="135" y="0"/>
                  </a:lnTo>
                  <a:lnTo>
                    <a:pt x="149" y="12"/>
                  </a:lnTo>
                  <a:lnTo>
                    <a:pt x="14" y="146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Rectangle 44">
              <a:extLst>
                <a:ext uri="{FF2B5EF4-FFF2-40B4-BE49-F238E27FC236}">
                  <a16:creationId xmlns:a16="http://schemas.microsoft.com/office/drawing/2014/main" xmlns="" id="{2AFEED65-484F-49D5-B1A8-A09B408FE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590675"/>
              <a:ext cx="27463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5">
              <a:extLst>
                <a:ext uri="{FF2B5EF4-FFF2-40B4-BE49-F238E27FC236}">
                  <a16:creationId xmlns:a16="http://schemas.microsoft.com/office/drawing/2014/main" xmlns="" id="{2B685833-FD6A-4301-B5D6-070B38008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609725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4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46">
              <a:extLst>
                <a:ext uri="{FF2B5EF4-FFF2-40B4-BE49-F238E27FC236}">
                  <a16:creationId xmlns:a16="http://schemas.microsoft.com/office/drawing/2014/main" xmlns="" id="{582CF88B-AD1D-4CF8-9E08-6C2CD8042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609725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4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xmlns="" id="{9E2B3AA2-E901-4120-9834-5C1CA543B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217488"/>
              <a:ext cx="44450" cy="746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xmlns="" id="{77DB11D9-FA72-410B-A0B0-C16557E54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050" y="217488"/>
              <a:ext cx="53975" cy="746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49">
              <a:extLst>
                <a:ext uri="{FF2B5EF4-FFF2-40B4-BE49-F238E27FC236}">
                  <a16:creationId xmlns:a16="http://schemas.microsoft.com/office/drawing/2014/main" xmlns="" id="{E8DCFB37-9013-4254-ABD1-E673DD447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688" y="65088"/>
              <a:ext cx="287338" cy="188912"/>
            </a:xfrm>
            <a:custGeom>
              <a:avLst/>
              <a:gdLst>
                <a:gd name="T0" fmla="*/ 181 w 181"/>
                <a:gd name="T1" fmla="*/ 119 h 119"/>
                <a:gd name="T2" fmla="*/ 0 w 181"/>
                <a:gd name="T3" fmla="*/ 119 h 119"/>
                <a:gd name="T4" fmla="*/ 0 w 181"/>
                <a:gd name="T5" fmla="*/ 80 h 119"/>
                <a:gd name="T6" fmla="*/ 86 w 181"/>
                <a:gd name="T7" fmla="*/ 0 h 119"/>
                <a:gd name="T8" fmla="*/ 181 w 181"/>
                <a:gd name="T9" fmla="*/ 26 h 119"/>
                <a:gd name="T10" fmla="*/ 181 w 181"/>
                <a:gd name="T1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119">
                  <a:moveTo>
                    <a:pt x="181" y="119"/>
                  </a:moveTo>
                  <a:lnTo>
                    <a:pt x="0" y="119"/>
                  </a:lnTo>
                  <a:lnTo>
                    <a:pt x="0" y="80"/>
                  </a:lnTo>
                  <a:lnTo>
                    <a:pt x="86" y="0"/>
                  </a:lnTo>
                  <a:lnTo>
                    <a:pt x="181" y="26"/>
                  </a:lnTo>
                  <a:lnTo>
                    <a:pt x="181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0">
              <a:extLst>
                <a:ext uri="{FF2B5EF4-FFF2-40B4-BE49-F238E27FC236}">
                  <a16:creationId xmlns:a16="http://schemas.microsoft.com/office/drawing/2014/main" xmlns="" id="{832C7B59-365A-4334-8908-6E5A1725E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227013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5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5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1">
              <a:extLst>
                <a:ext uri="{FF2B5EF4-FFF2-40B4-BE49-F238E27FC236}">
                  <a16:creationId xmlns:a16="http://schemas.microsoft.com/office/drawing/2014/main" xmlns="" id="{06FF40E4-1030-4CF1-9429-B44117C2E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227013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5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5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52">
              <a:extLst>
                <a:ext uri="{FF2B5EF4-FFF2-40B4-BE49-F238E27FC236}">
                  <a16:creationId xmlns:a16="http://schemas.microsoft.com/office/drawing/2014/main" xmlns="" id="{5D48EA84-5312-4969-9CD8-9FCD8E522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43180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3">
              <a:extLst>
                <a:ext uri="{FF2B5EF4-FFF2-40B4-BE49-F238E27FC236}">
                  <a16:creationId xmlns:a16="http://schemas.microsoft.com/office/drawing/2014/main" xmlns="" id="{D11978F5-DE12-4F3C-83A4-F8A103B3F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450850"/>
              <a:ext cx="236538" cy="234950"/>
            </a:xfrm>
            <a:custGeom>
              <a:avLst/>
              <a:gdLst>
                <a:gd name="T0" fmla="*/ 135 w 149"/>
                <a:gd name="T1" fmla="*/ 148 h 148"/>
                <a:gd name="T2" fmla="*/ 0 w 149"/>
                <a:gd name="T3" fmla="*/ 14 h 148"/>
                <a:gd name="T4" fmla="*/ 14 w 149"/>
                <a:gd name="T5" fmla="*/ 0 h 148"/>
                <a:gd name="T6" fmla="*/ 149 w 149"/>
                <a:gd name="T7" fmla="*/ 134 h 148"/>
                <a:gd name="T8" fmla="*/ 135 w 149"/>
                <a:gd name="T9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135" y="148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4">
              <a:extLst>
                <a:ext uri="{FF2B5EF4-FFF2-40B4-BE49-F238E27FC236}">
                  <a16:creationId xmlns:a16="http://schemas.microsoft.com/office/drawing/2014/main" xmlns="" id="{06137450-B58F-4522-BAC7-E98510519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450850"/>
              <a:ext cx="236538" cy="234950"/>
            </a:xfrm>
            <a:custGeom>
              <a:avLst/>
              <a:gdLst>
                <a:gd name="T0" fmla="*/ 0 w 149"/>
                <a:gd name="T1" fmla="*/ 134 h 148"/>
                <a:gd name="T2" fmla="*/ 135 w 149"/>
                <a:gd name="T3" fmla="*/ 0 h 148"/>
                <a:gd name="T4" fmla="*/ 149 w 149"/>
                <a:gd name="T5" fmla="*/ 14 h 148"/>
                <a:gd name="T6" fmla="*/ 14 w 149"/>
                <a:gd name="T7" fmla="*/ 148 h 148"/>
                <a:gd name="T8" fmla="*/ 0 w 149"/>
                <a:gd name="T9" fmla="*/ 1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0" y="134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8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Rectangle 55">
              <a:extLst>
                <a:ext uri="{FF2B5EF4-FFF2-40B4-BE49-F238E27FC236}">
                  <a16:creationId xmlns:a16="http://schemas.microsoft.com/office/drawing/2014/main" xmlns="" id="{8B463AC3-9445-47D9-BF8B-C05EC146E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65405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6">
              <a:extLst>
                <a:ext uri="{FF2B5EF4-FFF2-40B4-BE49-F238E27FC236}">
                  <a16:creationId xmlns:a16="http://schemas.microsoft.com/office/drawing/2014/main" xmlns="" id="{EAC56BBF-890E-4F2C-B54D-6A9BFBAF3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676275"/>
              <a:ext cx="236538" cy="233362"/>
            </a:xfrm>
            <a:custGeom>
              <a:avLst/>
              <a:gdLst>
                <a:gd name="T0" fmla="*/ 135 w 149"/>
                <a:gd name="T1" fmla="*/ 147 h 147"/>
                <a:gd name="T2" fmla="*/ 0 w 149"/>
                <a:gd name="T3" fmla="*/ 12 h 147"/>
                <a:gd name="T4" fmla="*/ 14 w 149"/>
                <a:gd name="T5" fmla="*/ 0 h 147"/>
                <a:gd name="T6" fmla="*/ 149 w 149"/>
                <a:gd name="T7" fmla="*/ 135 h 147"/>
                <a:gd name="T8" fmla="*/ 135 w 149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7">
                  <a:moveTo>
                    <a:pt x="135" y="147"/>
                  </a:moveTo>
                  <a:lnTo>
                    <a:pt x="0" y="12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7">
              <a:extLst>
                <a:ext uri="{FF2B5EF4-FFF2-40B4-BE49-F238E27FC236}">
                  <a16:creationId xmlns:a16="http://schemas.microsoft.com/office/drawing/2014/main" xmlns="" id="{66143911-43DE-4ACA-B9D8-266F62F9D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676275"/>
              <a:ext cx="236538" cy="233362"/>
            </a:xfrm>
            <a:custGeom>
              <a:avLst/>
              <a:gdLst>
                <a:gd name="T0" fmla="*/ 0 w 149"/>
                <a:gd name="T1" fmla="*/ 135 h 147"/>
                <a:gd name="T2" fmla="*/ 135 w 149"/>
                <a:gd name="T3" fmla="*/ 0 h 147"/>
                <a:gd name="T4" fmla="*/ 149 w 149"/>
                <a:gd name="T5" fmla="*/ 12 h 147"/>
                <a:gd name="T6" fmla="*/ 14 w 149"/>
                <a:gd name="T7" fmla="*/ 147 h 147"/>
                <a:gd name="T8" fmla="*/ 0 w 149"/>
                <a:gd name="T9" fmla="*/ 1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7">
                  <a:moveTo>
                    <a:pt x="0" y="135"/>
                  </a:moveTo>
                  <a:lnTo>
                    <a:pt x="135" y="0"/>
                  </a:lnTo>
                  <a:lnTo>
                    <a:pt x="149" y="12"/>
                  </a:lnTo>
                  <a:lnTo>
                    <a:pt x="14" y="147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Rectangle 58">
              <a:extLst>
                <a:ext uri="{FF2B5EF4-FFF2-40B4-BE49-F238E27FC236}">
                  <a16:creationId xmlns:a16="http://schemas.microsoft.com/office/drawing/2014/main" xmlns="" id="{F10A7B96-1CB9-4E74-BEFA-97D6F261E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63" y="755650"/>
              <a:ext cx="825500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xmlns="" id="{83E0445C-8F2F-4027-8FC2-8D4BC792F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63" y="950913"/>
              <a:ext cx="825500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Rectangle 60">
              <a:extLst>
                <a:ext uri="{FF2B5EF4-FFF2-40B4-BE49-F238E27FC236}">
                  <a16:creationId xmlns:a16="http://schemas.microsoft.com/office/drawing/2014/main" xmlns="" id="{EBDA6985-5DFF-491C-B20A-30949167D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863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xmlns="" id="{6BE22C1C-E80D-44A2-A674-AD2AAE298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650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1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1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62">
              <a:extLst>
                <a:ext uri="{FF2B5EF4-FFF2-40B4-BE49-F238E27FC236}">
                  <a16:creationId xmlns:a16="http://schemas.microsoft.com/office/drawing/2014/main" xmlns="" id="{2AB0E527-1719-48F6-8069-7D730AC89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650" y="773113"/>
              <a:ext cx="198438" cy="196850"/>
            </a:xfrm>
            <a:custGeom>
              <a:avLst/>
              <a:gdLst>
                <a:gd name="T0" fmla="*/ 11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1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1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Rectangle 63">
              <a:extLst>
                <a:ext uri="{FF2B5EF4-FFF2-40B4-BE49-F238E27FC236}">
                  <a16:creationId xmlns:a16="http://schemas.microsoft.com/office/drawing/2014/main" xmlns="" id="{025B8DA8-08A0-45FF-8994-554441F8B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950" y="755650"/>
              <a:ext cx="39688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64">
              <a:extLst>
                <a:ext uri="{FF2B5EF4-FFF2-40B4-BE49-F238E27FC236}">
                  <a16:creationId xmlns:a16="http://schemas.microsoft.com/office/drawing/2014/main" xmlns="" id="{C614A04A-6BF5-44BC-AA3D-D103994F3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150" y="773113"/>
              <a:ext cx="201613" cy="196850"/>
            </a:xfrm>
            <a:custGeom>
              <a:avLst/>
              <a:gdLst>
                <a:gd name="T0" fmla="*/ 0 w 127"/>
                <a:gd name="T1" fmla="*/ 112 h 124"/>
                <a:gd name="T2" fmla="*/ 114 w 127"/>
                <a:gd name="T3" fmla="*/ 0 h 124"/>
                <a:gd name="T4" fmla="*/ 127 w 127"/>
                <a:gd name="T5" fmla="*/ 12 h 124"/>
                <a:gd name="T6" fmla="*/ 12 w 127"/>
                <a:gd name="T7" fmla="*/ 124 h 124"/>
                <a:gd name="T8" fmla="*/ 0 w 127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0" y="112"/>
                  </a:moveTo>
                  <a:lnTo>
                    <a:pt x="114" y="0"/>
                  </a:lnTo>
                  <a:lnTo>
                    <a:pt x="127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65">
              <a:extLst>
                <a:ext uri="{FF2B5EF4-FFF2-40B4-BE49-F238E27FC236}">
                  <a16:creationId xmlns:a16="http://schemas.microsoft.com/office/drawing/2014/main" xmlns="" id="{473CB7AA-2239-4F3C-92D1-EEA661827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150" y="773113"/>
              <a:ext cx="201613" cy="196850"/>
            </a:xfrm>
            <a:custGeom>
              <a:avLst/>
              <a:gdLst>
                <a:gd name="T0" fmla="*/ 12 w 127"/>
                <a:gd name="T1" fmla="*/ 0 h 124"/>
                <a:gd name="T2" fmla="*/ 127 w 127"/>
                <a:gd name="T3" fmla="*/ 112 h 124"/>
                <a:gd name="T4" fmla="*/ 114 w 127"/>
                <a:gd name="T5" fmla="*/ 124 h 124"/>
                <a:gd name="T6" fmla="*/ 0 w 127"/>
                <a:gd name="T7" fmla="*/ 12 h 124"/>
                <a:gd name="T8" fmla="*/ 12 w 127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12" y="0"/>
                  </a:moveTo>
                  <a:lnTo>
                    <a:pt x="127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66">
              <a:extLst>
                <a:ext uri="{FF2B5EF4-FFF2-40B4-BE49-F238E27FC236}">
                  <a16:creationId xmlns:a16="http://schemas.microsoft.com/office/drawing/2014/main" xmlns="" id="{326689CF-C9F2-4A33-8928-D782C4BF9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450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67">
              <a:extLst>
                <a:ext uri="{FF2B5EF4-FFF2-40B4-BE49-F238E27FC236}">
                  <a16:creationId xmlns:a16="http://schemas.microsoft.com/office/drawing/2014/main" xmlns="" id="{D67486E1-5A31-446D-8510-8F9A95789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5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4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4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68">
              <a:extLst>
                <a:ext uri="{FF2B5EF4-FFF2-40B4-BE49-F238E27FC236}">
                  <a16:creationId xmlns:a16="http://schemas.microsoft.com/office/drawing/2014/main" xmlns="" id="{591A3D3B-DCD3-4BBA-8AFA-D6319CDCE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5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4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Rectangle 69">
              <a:extLst>
                <a:ext uri="{FF2B5EF4-FFF2-40B4-BE49-F238E27FC236}">
                  <a16:creationId xmlns:a16="http://schemas.microsoft.com/office/drawing/2014/main" xmlns="" id="{B16FE9EB-FA11-4DE8-8051-1F672E7FB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538" y="755650"/>
              <a:ext cx="42863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70">
              <a:extLst>
                <a:ext uri="{FF2B5EF4-FFF2-40B4-BE49-F238E27FC236}">
                  <a16:creationId xmlns:a16="http://schemas.microsoft.com/office/drawing/2014/main" xmlns="" id="{D8A69B76-0966-498E-A6B9-133791937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3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2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2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71">
              <a:extLst>
                <a:ext uri="{FF2B5EF4-FFF2-40B4-BE49-F238E27FC236}">
                  <a16:creationId xmlns:a16="http://schemas.microsoft.com/office/drawing/2014/main" xmlns="" id="{1BB2744C-1408-49B5-86B7-C127937FD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3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2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Rectangle 72">
              <a:extLst>
                <a:ext uri="{FF2B5EF4-FFF2-40B4-BE49-F238E27FC236}">
                  <a16:creationId xmlns:a16="http://schemas.microsoft.com/office/drawing/2014/main" xmlns="" id="{A81B684F-8D94-4A4B-AC88-6DB5D5C39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950" y="755650"/>
              <a:ext cx="822325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Rectangle 73">
              <a:extLst>
                <a:ext uri="{FF2B5EF4-FFF2-40B4-BE49-F238E27FC236}">
                  <a16:creationId xmlns:a16="http://schemas.microsoft.com/office/drawing/2014/main" xmlns="" id="{F4D0A8A3-8EAF-44EF-A4D1-5BDB9AB49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950" y="950913"/>
              <a:ext cx="822325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Rectangle 74">
              <a:extLst>
                <a:ext uri="{FF2B5EF4-FFF2-40B4-BE49-F238E27FC236}">
                  <a16:creationId xmlns:a16="http://schemas.microsoft.com/office/drawing/2014/main" xmlns="" id="{1004FD0D-956B-44AA-8137-745DACDD1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75">
              <a:extLst>
                <a:ext uri="{FF2B5EF4-FFF2-40B4-BE49-F238E27FC236}">
                  <a16:creationId xmlns:a16="http://schemas.microsoft.com/office/drawing/2014/main" xmlns="" id="{9797B368-1130-489F-ADE8-187178172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138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0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0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6">
              <a:extLst>
                <a:ext uri="{FF2B5EF4-FFF2-40B4-BE49-F238E27FC236}">
                  <a16:creationId xmlns:a16="http://schemas.microsoft.com/office/drawing/2014/main" xmlns="" id="{86E80B01-335E-419F-83D7-63973D0B2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138" y="773113"/>
              <a:ext cx="198438" cy="196850"/>
            </a:xfrm>
            <a:custGeom>
              <a:avLst/>
              <a:gdLst>
                <a:gd name="T0" fmla="*/ 10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0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0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Rectangle 77">
              <a:extLst>
                <a:ext uri="{FF2B5EF4-FFF2-40B4-BE49-F238E27FC236}">
                  <a16:creationId xmlns:a16="http://schemas.microsoft.com/office/drawing/2014/main" xmlns="" id="{8A36AB3D-F4F4-41FA-86AC-7582D7731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263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78">
              <a:extLst>
                <a:ext uri="{FF2B5EF4-FFF2-40B4-BE49-F238E27FC236}">
                  <a16:creationId xmlns:a16="http://schemas.microsoft.com/office/drawing/2014/main" xmlns="" id="{D0B91DA6-62CD-4B74-BEAD-350F00A98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773113"/>
              <a:ext cx="200025" cy="196850"/>
            </a:xfrm>
            <a:custGeom>
              <a:avLst/>
              <a:gdLst>
                <a:gd name="T0" fmla="*/ 0 w 126"/>
                <a:gd name="T1" fmla="*/ 112 h 124"/>
                <a:gd name="T2" fmla="*/ 114 w 126"/>
                <a:gd name="T3" fmla="*/ 0 h 124"/>
                <a:gd name="T4" fmla="*/ 126 w 126"/>
                <a:gd name="T5" fmla="*/ 12 h 124"/>
                <a:gd name="T6" fmla="*/ 12 w 126"/>
                <a:gd name="T7" fmla="*/ 124 h 124"/>
                <a:gd name="T8" fmla="*/ 0 w 126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24">
                  <a:moveTo>
                    <a:pt x="0" y="112"/>
                  </a:moveTo>
                  <a:lnTo>
                    <a:pt x="114" y="0"/>
                  </a:lnTo>
                  <a:lnTo>
                    <a:pt x="126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79">
              <a:extLst>
                <a:ext uri="{FF2B5EF4-FFF2-40B4-BE49-F238E27FC236}">
                  <a16:creationId xmlns:a16="http://schemas.microsoft.com/office/drawing/2014/main" xmlns="" id="{F2963009-EFDA-46D5-97E1-CED1BDED0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773113"/>
              <a:ext cx="200025" cy="196850"/>
            </a:xfrm>
            <a:custGeom>
              <a:avLst/>
              <a:gdLst>
                <a:gd name="T0" fmla="*/ 12 w 126"/>
                <a:gd name="T1" fmla="*/ 0 h 124"/>
                <a:gd name="T2" fmla="*/ 126 w 126"/>
                <a:gd name="T3" fmla="*/ 112 h 124"/>
                <a:gd name="T4" fmla="*/ 114 w 126"/>
                <a:gd name="T5" fmla="*/ 124 h 124"/>
                <a:gd name="T6" fmla="*/ 0 w 126"/>
                <a:gd name="T7" fmla="*/ 12 h 124"/>
                <a:gd name="T8" fmla="*/ 12 w 126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24">
                  <a:moveTo>
                    <a:pt x="12" y="0"/>
                  </a:moveTo>
                  <a:lnTo>
                    <a:pt x="126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Rectangle 80">
              <a:extLst>
                <a:ext uri="{FF2B5EF4-FFF2-40B4-BE49-F238E27FC236}">
                  <a16:creationId xmlns:a16="http://schemas.microsoft.com/office/drawing/2014/main" xmlns="" id="{B7D31B82-341D-42B0-B652-B356C0DCD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938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81">
              <a:extLst>
                <a:ext uri="{FF2B5EF4-FFF2-40B4-BE49-F238E27FC236}">
                  <a16:creationId xmlns:a16="http://schemas.microsoft.com/office/drawing/2014/main" xmlns="" id="{C51B6370-9A36-4609-A870-D846C694B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25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82">
              <a:extLst>
                <a:ext uri="{FF2B5EF4-FFF2-40B4-BE49-F238E27FC236}">
                  <a16:creationId xmlns:a16="http://schemas.microsoft.com/office/drawing/2014/main" xmlns="" id="{2FEA0319-90E8-4FF0-8B66-F4745ED35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25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xmlns="" id="{29AA625D-F1C2-4BA7-9A85-815E507F7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025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4">
              <a:extLst>
                <a:ext uri="{FF2B5EF4-FFF2-40B4-BE49-F238E27FC236}">
                  <a16:creationId xmlns:a16="http://schemas.microsoft.com/office/drawing/2014/main" xmlns="" id="{E7A83AF3-7714-40C4-9D71-F9650A97D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400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xmlns="" id="{B914F548-3C6F-4A19-9494-0DD416812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400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Rectangle 86">
              <a:extLst>
                <a:ext uri="{FF2B5EF4-FFF2-40B4-BE49-F238E27FC236}">
                  <a16:creationId xmlns:a16="http://schemas.microsoft.com/office/drawing/2014/main" xmlns="" id="{999599C1-C47D-4ECE-A21E-234B90C2E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950" y="755650"/>
              <a:ext cx="825500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87">
              <a:extLst>
                <a:ext uri="{FF2B5EF4-FFF2-40B4-BE49-F238E27FC236}">
                  <a16:creationId xmlns:a16="http://schemas.microsoft.com/office/drawing/2014/main" xmlns="" id="{9CCBBC56-3BE6-40FB-8761-A66D226FE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950913"/>
              <a:ext cx="1379538" cy="44450"/>
            </a:xfrm>
            <a:custGeom>
              <a:avLst/>
              <a:gdLst>
                <a:gd name="T0" fmla="*/ 869 w 869"/>
                <a:gd name="T1" fmla="*/ 0 h 28"/>
                <a:gd name="T2" fmla="*/ 869 w 869"/>
                <a:gd name="T3" fmla="*/ 28 h 28"/>
                <a:gd name="T4" fmla="*/ 0 w 869"/>
                <a:gd name="T5" fmla="*/ 28 h 28"/>
                <a:gd name="T6" fmla="*/ 0 w 869"/>
                <a:gd name="T7" fmla="*/ 0 h 28"/>
                <a:gd name="T8" fmla="*/ 777 w 869"/>
                <a:gd name="T9" fmla="*/ 0 h 28"/>
                <a:gd name="T10" fmla="*/ 869 w 869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9" h="28">
                  <a:moveTo>
                    <a:pt x="869" y="0"/>
                  </a:moveTo>
                  <a:lnTo>
                    <a:pt x="869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777" y="0"/>
                  </a:lnTo>
                  <a:lnTo>
                    <a:pt x="86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88">
              <a:extLst>
                <a:ext uri="{FF2B5EF4-FFF2-40B4-BE49-F238E27FC236}">
                  <a16:creationId xmlns:a16="http://schemas.microsoft.com/office/drawing/2014/main" xmlns="" id="{8B481B5D-1E70-45C3-AEAC-A27A0E720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950913"/>
              <a:ext cx="1379538" cy="44450"/>
            </a:xfrm>
            <a:custGeom>
              <a:avLst/>
              <a:gdLst>
                <a:gd name="T0" fmla="*/ 869 w 869"/>
                <a:gd name="T1" fmla="*/ 0 h 28"/>
                <a:gd name="T2" fmla="*/ 869 w 869"/>
                <a:gd name="T3" fmla="*/ 28 h 28"/>
                <a:gd name="T4" fmla="*/ 0 w 869"/>
                <a:gd name="T5" fmla="*/ 28 h 28"/>
                <a:gd name="T6" fmla="*/ 0 w 869"/>
                <a:gd name="T7" fmla="*/ 0 h 28"/>
                <a:gd name="T8" fmla="*/ 777 w 869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" h="28">
                  <a:moveTo>
                    <a:pt x="869" y="0"/>
                  </a:moveTo>
                  <a:lnTo>
                    <a:pt x="869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777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Rectangle 89">
              <a:extLst>
                <a:ext uri="{FF2B5EF4-FFF2-40B4-BE49-F238E27FC236}">
                  <a16:creationId xmlns:a16="http://schemas.microsoft.com/office/drawing/2014/main" xmlns="" id="{BA1D8568-40F5-416F-8677-897AFEE21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4350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90">
              <a:extLst>
                <a:ext uri="{FF2B5EF4-FFF2-40B4-BE49-F238E27FC236}">
                  <a16:creationId xmlns:a16="http://schemas.microsoft.com/office/drawing/2014/main" xmlns="" id="{6B553A95-8E71-40B6-86F2-BBB6CEDD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138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91">
              <a:extLst>
                <a:ext uri="{FF2B5EF4-FFF2-40B4-BE49-F238E27FC236}">
                  <a16:creationId xmlns:a16="http://schemas.microsoft.com/office/drawing/2014/main" xmlns="" id="{D4ED0FD4-2791-431F-997B-3B45191C1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138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Rectangle 92">
              <a:extLst>
                <a:ext uri="{FF2B5EF4-FFF2-40B4-BE49-F238E27FC236}">
                  <a16:creationId xmlns:a16="http://schemas.microsoft.com/office/drawing/2014/main" xmlns="" id="{3665DE63-5009-48D7-9E2C-E927170D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5438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93">
              <a:extLst>
                <a:ext uri="{FF2B5EF4-FFF2-40B4-BE49-F238E27FC236}">
                  <a16:creationId xmlns:a16="http://schemas.microsoft.com/office/drawing/2014/main" xmlns="" id="{20F8CB5F-15A4-4101-ADD3-5516C7CFA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813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0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0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94">
              <a:extLst>
                <a:ext uri="{FF2B5EF4-FFF2-40B4-BE49-F238E27FC236}">
                  <a16:creationId xmlns:a16="http://schemas.microsoft.com/office/drawing/2014/main" xmlns="" id="{F195254C-B7F7-4F24-9DC9-B392E12DF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813" y="773113"/>
              <a:ext cx="196850" cy="196850"/>
            </a:xfrm>
            <a:custGeom>
              <a:avLst/>
              <a:gdLst>
                <a:gd name="T0" fmla="*/ 10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0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0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Rectangle 95">
              <a:extLst>
                <a:ext uri="{FF2B5EF4-FFF2-40B4-BE49-F238E27FC236}">
                  <a16:creationId xmlns:a16="http://schemas.microsoft.com/office/drawing/2014/main" xmlns="" id="{EA840885-7D19-4CAB-8ED7-22AFD3EF0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96">
              <a:extLst>
                <a:ext uri="{FF2B5EF4-FFF2-40B4-BE49-F238E27FC236}">
                  <a16:creationId xmlns:a16="http://schemas.microsoft.com/office/drawing/2014/main" xmlns="" id="{1AC4AD05-693F-4C88-B485-79833C997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725" y="773113"/>
              <a:ext cx="201613" cy="196850"/>
            </a:xfrm>
            <a:custGeom>
              <a:avLst/>
              <a:gdLst>
                <a:gd name="T0" fmla="*/ 0 w 127"/>
                <a:gd name="T1" fmla="*/ 112 h 124"/>
                <a:gd name="T2" fmla="*/ 115 w 127"/>
                <a:gd name="T3" fmla="*/ 0 h 124"/>
                <a:gd name="T4" fmla="*/ 127 w 127"/>
                <a:gd name="T5" fmla="*/ 12 h 124"/>
                <a:gd name="T6" fmla="*/ 12 w 127"/>
                <a:gd name="T7" fmla="*/ 124 h 124"/>
                <a:gd name="T8" fmla="*/ 0 w 127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0" y="112"/>
                  </a:moveTo>
                  <a:lnTo>
                    <a:pt x="115" y="0"/>
                  </a:lnTo>
                  <a:lnTo>
                    <a:pt x="127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97">
              <a:extLst>
                <a:ext uri="{FF2B5EF4-FFF2-40B4-BE49-F238E27FC236}">
                  <a16:creationId xmlns:a16="http://schemas.microsoft.com/office/drawing/2014/main" xmlns="" id="{666541C1-D7C6-4D5F-AF16-6A839D76F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725" y="773113"/>
              <a:ext cx="201613" cy="196850"/>
            </a:xfrm>
            <a:custGeom>
              <a:avLst/>
              <a:gdLst>
                <a:gd name="T0" fmla="*/ 12 w 127"/>
                <a:gd name="T1" fmla="*/ 0 h 124"/>
                <a:gd name="T2" fmla="*/ 127 w 127"/>
                <a:gd name="T3" fmla="*/ 112 h 124"/>
                <a:gd name="T4" fmla="*/ 115 w 127"/>
                <a:gd name="T5" fmla="*/ 124 h 124"/>
                <a:gd name="T6" fmla="*/ 0 w 127"/>
                <a:gd name="T7" fmla="*/ 12 h 124"/>
                <a:gd name="T8" fmla="*/ 12 w 127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12" y="0"/>
                  </a:moveTo>
                  <a:lnTo>
                    <a:pt x="127" y="112"/>
                  </a:lnTo>
                  <a:lnTo>
                    <a:pt x="115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Rectangle 98">
              <a:extLst>
                <a:ext uri="{FF2B5EF4-FFF2-40B4-BE49-F238E27FC236}">
                  <a16:creationId xmlns:a16="http://schemas.microsoft.com/office/drawing/2014/main" xmlns="" id="{3C7CEAEE-7472-4ED9-94BF-0598489AD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025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99">
              <a:extLst>
                <a:ext uri="{FF2B5EF4-FFF2-40B4-BE49-F238E27FC236}">
                  <a16:creationId xmlns:a16="http://schemas.microsoft.com/office/drawing/2014/main" xmlns="" id="{EC6414C8-278E-4F46-AD6D-24C0962AA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400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00">
              <a:extLst>
                <a:ext uri="{FF2B5EF4-FFF2-40B4-BE49-F238E27FC236}">
                  <a16:creationId xmlns:a16="http://schemas.microsoft.com/office/drawing/2014/main" xmlns="" id="{4135BE9C-72D5-4576-8890-AE504690A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400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01">
              <a:extLst>
                <a:ext uri="{FF2B5EF4-FFF2-40B4-BE49-F238E27FC236}">
                  <a16:creationId xmlns:a16="http://schemas.microsoft.com/office/drawing/2014/main" xmlns="" id="{7DFFFF19-B354-48C6-9DBC-978990455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3" y="628650"/>
              <a:ext cx="652463" cy="474662"/>
            </a:xfrm>
            <a:custGeom>
              <a:avLst/>
              <a:gdLst>
                <a:gd name="T0" fmla="*/ 205 w 205"/>
                <a:gd name="T1" fmla="*/ 149 h 149"/>
                <a:gd name="T2" fmla="*/ 0 w 205"/>
                <a:gd name="T3" fmla="*/ 149 h 149"/>
                <a:gd name="T4" fmla="*/ 0 w 205"/>
                <a:gd name="T5" fmla="*/ 0 h 149"/>
                <a:gd name="T6" fmla="*/ 125 w 205"/>
                <a:gd name="T7" fmla="*/ 0 h 149"/>
                <a:gd name="T8" fmla="*/ 205 w 205"/>
                <a:gd name="T9" fmla="*/ 67 h 149"/>
                <a:gd name="T10" fmla="*/ 205 w 205"/>
                <a:gd name="T11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5" h="149">
                  <a:moveTo>
                    <a:pt x="205" y="149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69" y="0"/>
                    <a:pt x="205" y="30"/>
                    <a:pt x="205" y="67"/>
                  </a:cubicBezTo>
                  <a:lnTo>
                    <a:pt x="20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Rectangle 102">
              <a:extLst>
                <a:ext uri="{FF2B5EF4-FFF2-40B4-BE49-F238E27FC236}">
                  <a16:creationId xmlns:a16="http://schemas.microsoft.com/office/drawing/2014/main" xmlns="" id="{9DA132F7-FC04-49FE-B13F-CABFE9039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38" y="698500"/>
              <a:ext cx="219075" cy="4905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03">
              <a:extLst>
                <a:ext uri="{FF2B5EF4-FFF2-40B4-BE49-F238E27FC236}">
                  <a16:creationId xmlns:a16="http://schemas.microsoft.com/office/drawing/2014/main" xmlns="" id="{F707C6BE-0D06-4FFF-941B-8141E1FB0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63" y="1588"/>
              <a:ext cx="3952875" cy="977900"/>
            </a:xfrm>
            <a:custGeom>
              <a:avLst/>
              <a:gdLst>
                <a:gd name="T0" fmla="*/ 2474 w 2490"/>
                <a:gd name="T1" fmla="*/ 616 h 616"/>
                <a:gd name="T2" fmla="*/ 580 w 2490"/>
                <a:gd name="T3" fmla="*/ 48 h 616"/>
                <a:gd name="T4" fmla="*/ 28 w 2490"/>
                <a:gd name="T5" fmla="*/ 469 h 616"/>
                <a:gd name="T6" fmla="*/ 0 w 2490"/>
                <a:gd name="T7" fmla="*/ 437 h 616"/>
                <a:gd name="T8" fmla="*/ 572 w 2490"/>
                <a:gd name="T9" fmla="*/ 0 h 616"/>
                <a:gd name="T10" fmla="*/ 2490 w 2490"/>
                <a:gd name="T11" fmla="*/ 578 h 616"/>
                <a:gd name="T12" fmla="*/ 2474 w 2490"/>
                <a:gd name="T13" fmla="*/ 616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0" h="616">
                  <a:moveTo>
                    <a:pt x="2474" y="616"/>
                  </a:moveTo>
                  <a:lnTo>
                    <a:pt x="580" y="48"/>
                  </a:lnTo>
                  <a:lnTo>
                    <a:pt x="28" y="469"/>
                  </a:lnTo>
                  <a:lnTo>
                    <a:pt x="0" y="437"/>
                  </a:lnTo>
                  <a:lnTo>
                    <a:pt x="572" y="0"/>
                  </a:lnTo>
                  <a:lnTo>
                    <a:pt x="2490" y="578"/>
                  </a:lnTo>
                  <a:lnTo>
                    <a:pt x="2474" y="6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Rectangle 104">
              <a:extLst>
                <a:ext uri="{FF2B5EF4-FFF2-40B4-BE49-F238E27FC236}">
                  <a16:creationId xmlns:a16="http://schemas.microsoft.com/office/drawing/2014/main" xmlns="" id="{66AD34D4-D5AF-44CE-828C-70C26CA1C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188" y="966788"/>
              <a:ext cx="44450" cy="1012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Rectangle 105">
              <a:extLst>
                <a:ext uri="{FF2B5EF4-FFF2-40B4-BE49-F238E27FC236}">
                  <a16:creationId xmlns:a16="http://schemas.microsoft.com/office/drawing/2014/main" xmlns="" id="{6BE6EA7D-4D6A-40A9-914C-3C8B8947A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5" y="1938338"/>
              <a:ext cx="736600" cy="2413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Rectangle 106">
              <a:extLst>
                <a:ext uri="{FF2B5EF4-FFF2-40B4-BE49-F238E27FC236}">
                  <a16:creationId xmlns:a16="http://schemas.microsoft.com/office/drawing/2014/main" xmlns="" id="{DF0C5101-559D-40FA-960A-D72D4EB95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338" y="1855788"/>
              <a:ext cx="187325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Rectangle 107">
              <a:extLst>
                <a:ext uri="{FF2B5EF4-FFF2-40B4-BE49-F238E27FC236}">
                  <a16:creationId xmlns:a16="http://schemas.microsoft.com/office/drawing/2014/main" xmlns="" id="{F8E12AEC-DA90-401E-94A4-E0858BC03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825" y="752475"/>
              <a:ext cx="771525" cy="36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08">
              <a:extLst>
                <a:ext uri="{FF2B5EF4-FFF2-40B4-BE49-F238E27FC236}">
                  <a16:creationId xmlns:a16="http://schemas.microsoft.com/office/drawing/2014/main" xmlns="" id="{9F873FB8-662E-40F6-8787-B42B0F67E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825" y="900113"/>
              <a:ext cx="1287463" cy="88900"/>
            </a:xfrm>
            <a:custGeom>
              <a:avLst/>
              <a:gdLst>
                <a:gd name="T0" fmla="*/ 0 w 811"/>
                <a:gd name="T1" fmla="*/ 56 h 56"/>
                <a:gd name="T2" fmla="*/ 0 w 811"/>
                <a:gd name="T3" fmla="*/ 30 h 56"/>
                <a:gd name="T4" fmla="*/ 725 w 811"/>
                <a:gd name="T5" fmla="*/ 30 h 56"/>
                <a:gd name="T6" fmla="*/ 735 w 811"/>
                <a:gd name="T7" fmla="*/ 0 h 56"/>
                <a:gd name="T8" fmla="*/ 811 w 811"/>
                <a:gd name="T9" fmla="*/ 30 h 56"/>
                <a:gd name="T10" fmla="*/ 811 w 811"/>
                <a:gd name="T11" fmla="*/ 56 h 56"/>
                <a:gd name="T12" fmla="*/ 0 w 811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1" h="56">
                  <a:moveTo>
                    <a:pt x="0" y="56"/>
                  </a:moveTo>
                  <a:lnTo>
                    <a:pt x="0" y="30"/>
                  </a:lnTo>
                  <a:lnTo>
                    <a:pt x="725" y="30"/>
                  </a:lnTo>
                  <a:lnTo>
                    <a:pt x="735" y="0"/>
                  </a:lnTo>
                  <a:lnTo>
                    <a:pt x="811" y="30"/>
                  </a:lnTo>
                  <a:lnTo>
                    <a:pt x="811" y="56"/>
                  </a:lnTo>
                  <a:lnTo>
                    <a:pt x="0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Rectangle 109">
              <a:extLst>
                <a:ext uri="{FF2B5EF4-FFF2-40B4-BE49-F238E27FC236}">
                  <a16:creationId xmlns:a16="http://schemas.microsoft.com/office/drawing/2014/main" xmlns="" id="{4E1F0F9F-9EBA-4F27-8CE9-9BD9A3FE2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425" y="752475"/>
              <a:ext cx="34925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Rectangle 110">
              <a:extLst>
                <a:ext uri="{FF2B5EF4-FFF2-40B4-BE49-F238E27FC236}">
                  <a16:creationId xmlns:a16="http://schemas.microsoft.com/office/drawing/2014/main" xmlns="" id="{710444E4-A343-4CA2-AD27-64916BBAB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700" y="820738"/>
              <a:ext cx="38100" cy="1333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11">
              <a:extLst>
                <a:ext uri="{FF2B5EF4-FFF2-40B4-BE49-F238E27FC236}">
                  <a16:creationId xmlns:a16="http://schemas.microsoft.com/office/drawing/2014/main" xmlns="" id="{8F7DBF22-F2C7-46CA-B179-8E91D54E1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768350"/>
              <a:ext cx="185738" cy="185737"/>
            </a:xfrm>
            <a:custGeom>
              <a:avLst/>
              <a:gdLst>
                <a:gd name="T0" fmla="*/ 0 w 117"/>
                <a:gd name="T1" fmla="*/ 105 h 117"/>
                <a:gd name="T2" fmla="*/ 107 w 117"/>
                <a:gd name="T3" fmla="*/ 0 h 117"/>
                <a:gd name="T4" fmla="*/ 117 w 117"/>
                <a:gd name="T5" fmla="*/ 11 h 117"/>
                <a:gd name="T6" fmla="*/ 12 w 117"/>
                <a:gd name="T7" fmla="*/ 117 h 117"/>
                <a:gd name="T8" fmla="*/ 0 w 117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17">
                  <a:moveTo>
                    <a:pt x="0" y="105"/>
                  </a:moveTo>
                  <a:lnTo>
                    <a:pt x="107" y="0"/>
                  </a:lnTo>
                  <a:lnTo>
                    <a:pt x="117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12">
              <a:extLst>
                <a:ext uri="{FF2B5EF4-FFF2-40B4-BE49-F238E27FC236}">
                  <a16:creationId xmlns:a16="http://schemas.microsoft.com/office/drawing/2014/main" xmlns="" id="{209BCE25-38EE-48B7-822C-79B0EE0A5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300" y="814388"/>
              <a:ext cx="142875" cy="139700"/>
            </a:xfrm>
            <a:custGeom>
              <a:avLst/>
              <a:gdLst>
                <a:gd name="T0" fmla="*/ 0 w 90"/>
                <a:gd name="T1" fmla="*/ 78 h 88"/>
                <a:gd name="T2" fmla="*/ 78 w 90"/>
                <a:gd name="T3" fmla="*/ 0 h 88"/>
                <a:gd name="T4" fmla="*/ 90 w 90"/>
                <a:gd name="T5" fmla="*/ 10 h 88"/>
                <a:gd name="T6" fmla="*/ 12 w 90"/>
                <a:gd name="T7" fmla="*/ 88 h 88"/>
                <a:gd name="T8" fmla="*/ 0 w 90"/>
                <a:gd name="T9" fmla="*/ 7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88">
                  <a:moveTo>
                    <a:pt x="0" y="78"/>
                  </a:moveTo>
                  <a:lnTo>
                    <a:pt x="78" y="0"/>
                  </a:lnTo>
                  <a:lnTo>
                    <a:pt x="90" y="10"/>
                  </a:lnTo>
                  <a:lnTo>
                    <a:pt x="12" y="88"/>
                  </a:lnTo>
                  <a:lnTo>
                    <a:pt x="0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13">
              <a:extLst>
                <a:ext uri="{FF2B5EF4-FFF2-40B4-BE49-F238E27FC236}">
                  <a16:creationId xmlns:a16="http://schemas.microsoft.com/office/drawing/2014/main" xmlns="" id="{425F2677-F7F1-45B4-A795-5CBB310FB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768350"/>
              <a:ext cx="185738" cy="185737"/>
            </a:xfrm>
            <a:custGeom>
              <a:avLst/>
              <a:gdLst>
                <a:gd name="T0" fmla="*/ 12 w 117"/>
                <a:gd name="T1" fmla="*/ 0 h 117"/>
                <a:gd name="T2" fmla="*/ 117 w 117"/>
                <a:gd name="T3" fmla="*/ 105 h 117"/>
                <a:gd name="T4" fmla="*/ 107 w 117"/>
                <a:gd name="T5" fmla="*/ 117 h 117"/>
                <a:gd name="T6" fmla="*/ 0 w 117"/>
                <a:gd name="T7" fmla="*/ 11 h 117"/>
                <a:gd name="T8" fmla="*/ 12 w 117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17">
                  <a:moveTo>
                    <a:pt x="12" y="0"/>
                  </a:moveTo>
                  <a:lnTo>
                    <a:pt x="117" y="105"/>
                  </a:lnTo>
                  <a:lnTo>
                    <a:pt x="107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Rectangle 114">
              <a:extLst>
                <a:ext uri="{FF2B5EF4-FFF2-40B4-BE49-F238E27FC236}">
                  <a16:creationId xmlns:a16="http://schemas.microsoft.com/office/drawing/2014/main" xmlns="" id="{6CE6152C-EB38-4D0B-93BD-B058186C4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038" y="752475"/>
              <a:ext cx="38100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15">
              <a:extLst>
                <a:ext uri="{FF2B5EF4-FFF2-40B4-BE49-F238E27FC236}">
                  <a16:creationId xmlns:a16="http://schemas.microsoft.com/office/drawing/2014/main" xmlns="" id="{5E60347D-F0A9-4A58-A6CB-2361F02A2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768350"/>
              <a:ext cx="184150" cy="185737"/>
            </a:xfrm>
            <a:custGeom>
              <a:avLst/>
              <a:gdLst>
                <a:gd name="T0" fmla="*/ 0 w 116"/>
                <a:gd name="T1" fmla="*/ 105 h 117"/>
                <a:gd name="T2" fmla="*/ 104 w 116"/>
                <a:gd name="T3" fmla="*/ 0 h 117"/>
                <a:gd name="T4" fmla="*/ 116 w 116"/>
                <a:gd name="T5" fmla="*/ 11 h 117"/>
                <a:gd name="T6" fmla="*/ 10 w 116"/>
                <a:gd name="T7" fmla="*/ 117 h 117"/>
                <a:gd name="T8" fmla="*/ 0 w 116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0" y="105"/>
                  </a:moveTo>
                  <a:lnTo>
                    <a:pt x="104" y="0"/>
                  </a:lnTo>
                  <a:lnTo>
                    <a:pt x="116" y="11"/>
                  </a:lnTo>
                  <a:lnTo>
                    <a:pt x="10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16">
              <a:extLst>
                <a:ext uri="{FF2B5EF4-FFF2-40B4-BE49-F238E27FC236}">
                  <a16:creationId xmlns:a16="http://schemas.microsoft.com/office/drawing/2014/main" xmlns="" id="{FCF93B89-6FA9-47AB-96B1-3AD268269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768350"/>
              <a:ext cx="184150" cy="185737"/>
            </a:xfrm>
            <a:custGeom>
              <a:avLst/>
              <a:gdLst>
                <a:gd name="T0" fmla="*/ 10 w 116"/>
                <a:gd name="T1" fmla="*/ 0 h 117"/>
                <a:gd name="T2" fmla="*/ 116 w 116"/>
                <a:gd name="T3" fmla="*/ 105 h 117"/>
                <a:gd name="T4" fmla="*/ 104 w 116"/>
                <a:gd name="T5" fmla="*/ 117 h 117"/>
                <a:gd name="T6" fmla="*/ 0 w 116"/>
                <a:gd name="T7" fmla="*/ 11 h 117"/>
                <a:gd name="T8" fmla="*/ 10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" y="0"/>
                  </a:moveTo>
                  <a:lnTo>
                    <a:pt x="116" y="105"/>
                  </a:lnTo>
                  <a:lnTo>
                    <a:pt x="104" y="117"/>
                  </a:lnTo>
                  <a:lnTo>
                    <a:pt x="0" y="11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Rectangle 117">
              <a:extLst>
                <a:ext uri="{FF2B5EF4-FFF2-40B4-BE49-F238E27FC236}">
                  <a16:creationId xmlns:a16="http://schemas.microsoft.com/office/drawing/2014/main" xmlns="" id="{246BFEA0-B911-43EE-A56A-7C2AA169C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13" y="752475"/>
              <a:ext cx="38100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18">
              <a:extLst>
                <a:ext uri="{FF2B5EF4-FFF2-40B4-BE49-F238E27FC236}">
                  <a16:creationId xmlns:a16="http://schemas.microsoft.com/office/drawing/2014/main" xmlns="" id="{94F5F43D-1DD4-4645-9351-EBC381083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725" y="768350"/>
              <a:ext cx="188913" cy="185737"/>
            </a:xfrm>
            <a:custGeom>
              <a:avLst/>
              <a:gdLst>
                <a:gd name="T0" fmla="*/ 0 w 119"/>
                <a:gd name="T1" fmla="*/ 105 h 117"/>
                <a:gd name="T2" fmla="*/ 107 w 119"/>
                <a:gd name="T3" fmla="*/ 0 h 117"/>
                <a:gd name="T4" fmla="*/ 119 w 119"/>
                <a:gd name="T5" fmla="*/ 11 h 117"/>
                <a:gd name="T6" fmla="*/ 12 w 119"/>
                <a:gd name="T7" fmla="*/ 117 h 117"/>
                <a:gd name="T8" fmla="*/ 0 w 119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7">
                  <a:moveTo>
                    <a:pt x="0" y="105"/>
                  </a:moveTo>
                  <a:lnTo>
                    <a:pt x="107" y="0"/>
                  </a:lnTo>
                  <a:lnTo>
                    <a:pt x="119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19">
              <a:extLst>
                <a:ext uri="{FF2B5EF4-FFF2-40B4-BE49-F238E27FC236}">
                  <a16:creationId xmlns:a16="http://schemas.microsoft.com/office/drawing/2014/main" xmlns="" id="{C30FB6B9-A360-434A-9A35-37CA00C92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725" y="768350"/>
              <a:ext cx="188913" cy="185737"/>
            </a:xfrm>
            <a:custGeom>
              <a:avLst/>
              <a:gdLst>
                <a:gd name="T0" fmla="*/ 12 w 119"/>
                <a:gd name="T1" fmla="*/ 0 h 117"/>
                <a:gd name="T2" fmla="*/ 119 w 119"/>
                <a:gd name="T3" fmla="*/ 105 h 117"/>
                <a:gd name="T4" fmla="*/ 107 w 119"/>
                <a:gd name="T5" fmla="*/ 117 h 117"/>
                <a:gd name="T6" fmla="*/ 0 w 119"/>
                <a:gd name="T7" fmla="*/ 11 h 117"/>
                <a:gd name="T8" fmla="*/ 12 w 11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7">
                  <a:moveTo>
                    <a:pt x="12" y="0"/>
                  </a:moveTo>
                  <a:lnTo>
                    <a:pt x="119" y="105"/>
                  </a:lnTo>
                  <a:lnTo>
                    <a:pt x="107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Rectangle 120">
              <a:extLst>
                <a:ext uri="{FF2B5EF4-FFF2-40B4-BE49-F238E27FC236}">
                  <a16:creationId xmlns:a16="http://schemas.microsoft.com/office/drawing/2014/main" xmlns="" id="{270692D5-6393-459F-ADB7-A1EF3638B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200" y="752475"/>
              <a:ext cx="34925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21">
              <a:extLst>
                <a:ext uri="{FF2B5EF4-FFF2-40B4-BE49-F238E27FC236}">
                  <a16:creationId xmlns:a16="http://schemas.microsoft.com/office/drawing/2014/main" xmlns="" id="{3FAAB7DC-1D26-44D1-A706-A324450B1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100" y="768350"/>
              <a:ext cx="184150" cy="185737"/>
            </a:xfrm>
            <a:custGeom>
              <a:avLst/>
              <a:gdLst>
                <a:gd name="T0" fmla="*/ 0 w 116"/>
                <a:gd name="T1" fmla="*/ 105 h 117"/>
                <a:gd name="T2" fmla="*/ 106 w 116"/>
                <a:gd name="T3" fmla="*/ 0 h 117"/>
                <a:gd name="T4" fmla="*/ 116 w 116"/>
                <a:gd name="T5" fmla="*/ 11 h 117"/>
                <a:gd name="T6" fmla="*/ 12 w 116"/>
                <a:gd name="T7" fmla="*/ 117 h 117"/>
                <a:gd name="T8" fmla="*/ 0 w 116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0" y="105"/>
                  </a:moveTo>
                  <a:lnTo>
                    <a:pt x="106" y="0"/>
                  </a:lnTo>
                  <a:lnTo>
                    <a:pt x="116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22">
              <a:extLst>
                <a:ext uri="{FF2B5EF4-FFF2-40B4-BE49-F238E27FC236}">
                  <a16:creationId xmlns:a16="http://schemas.microsoft.com/office/drawing/2014/main" xmlns="" id="{9F904936-C691-463E-9C5E-16E122794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100" y="768350"/>
              <a:ext cx="184150" cy="185737"/>
            </a:xfrm>
            <a:custGeom>
              <a:avLst/>
              <a:gdLst>
                <a:gd name="T0" fmla="*/ 12 w 116"/>
                <a:gd name="T1" fmla="*/ 0 h 117"/>
                <a:gd name="T2" fmla="*/ 116 w 116"/>
                <a:gd name="T3" fmla="*/ 105 h 117"/>
                <a:gd name="T4" fmla="*/ 106 w 116"/>
                <a:gd name="T5" fmla="*/ 117 h 117"/>
                <a:gd name="T6" fmla="*/ 0 w 116"/>
                <a:gd name="T7" fmla="*/ 11 h 117"/>
                <a:gd name="T8" fmla="*/ 12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2" y="0"/>
                  </a:moveTo>
                  <a:lnTo>
                    <a:pt x="116" y="105"/>
                  </a:lnTo>
                  <a:lnTo>
                    <a:pt x="106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Rectangle 123">
              <a:extLst>
                <a:ext uri="{FF2B5EF4-FFF2-40B4-BE49-F238E27FC236}">
                  <a16:creationId xmlns:a16="http://schemas.microsoft.com/office/drawing/2014/main" xmlns="" id="{CAE3A756-8B33-4EA7-A47F-E668268F4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5" y="2192338"/>
              <a:ext cx="736600" cy="242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Rectangle 124">
              <a:extLst>
                <a:ext uri="{FF2B5EF4-FFF2-40B4-BE49-F238E27FC236}">
                  <a16:creationId xmlns:a16="http://schemas.microsoft.com/office/drawing/2014/main" xmlns="" id="{445B16B6-E8FB-4AAC-B908-419B0DF7B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695325"/>
              <a:ext cx="206375" cy="676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25">
              <a:extLst>
                <a:ext uri="{FF2B5EF4-FFF2-40B4-BE49-F238E27FC236}">
                  <a16:creationId xmlns:a16="http://schemas.microsoft.com/office/drawing/2014/main" xmlns="" id="{00447FA8-67FA-4C6F-92DF-7AF0E1C96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" y="4430713"/>
              <a:ext cx="1154113" cy="207962"/>
            </a:xfrm>
            <a:custGeom>
              <a:avLst/>
              <a:gdLst>
                <a:gd name="T0" fmla="*/ 362 w 362"/>
                <a:gd name="T1" fmla="*/ 31 h 65"/>
                <a:gd name="T2" fmla="*/ 362 w 362"/>
                <a:gd name="T3" fmla="*/ 65 h 65"/>
                <a:gd name="T4" fmla="*/ 0 w 362"/>
                <a:gd name="T5" fmla="*/ 65 h 65"/>
                <a:gd name="T6" fmla="*/ 0 w 362"/>
                <a:gd name="T7" fmla="*/ 31 h 65"/>
                <a:gd name="T8" fmla="*/ 30 w 362"/>
                <a:gd name="T9" fmla="*/ 0 h 65"/>
                <a:gd name="T10" fmla="*/ 332 w 362"/>
                <a:gd name="T11" fmla="*/ 0 h 65"/>
                <a:gd name="T12" fmla="*/ 362 w 362"/>
                <a:gd name="T13" fmla="*/ 3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65">
                  <a:moveTo>
                    <a:pt x="362" y="31"/>
                  </a:moveTo>
                  <a:cubicBezTo>
                    <a:pt x="362" y="65"/>
                    <a:pt x="362" y="65"/>
                    <a:pt x="362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32" y="0"/>
                    <a:pt x="332" y="0"/>
                    <a:pt x="332" y="0"/>
                  </a:cubicBezTo>
                  <a:cubicBezTo>
                    <a:pt x="349" y="0"/>
                    <a:pt x="362" y="14"/>
                    <a:pt x="36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xmlns="" id="{7B93D85D-4E62-4F21-90D9-61D4D18814A2}"/>
              </a:ext>
            </a:extLst>
          </p:cNvPr>
          <p:cNvGrpSpPr/>
          <p:nvPr/>
        </p:nvGrpSpPr>
        <p:grpSpPr>
          <a:xfrm>
            <a:off x="-54500" y="6688382"/>
            <a:ext cx="12301000" cy="170806"/>
            <a:chOff x="-48040" y="6512575"/>
            <a:chExt cx="12301000" cy="364176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xmlns="" id="{7C563450-2758-4CB5-BD85-5D057A09B1E6}"/>
                </a:ext>
              </a:extLst>
            </p:cNvPr>
            <p:cNvSpPr/>
            <p:nvPr/>
          </p:nvSpPr>
          <p:spPr>
            <a:xfrm>
              <a:off x="0" y="6512575"/>
              <a:ext cx="12252960" cy="3641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xmlns="" id="{8D04B00D-95B6-4EC7-8EF8-1E40F8F8E45F}"/>
                </a:ext>
              </a:extLst>
            </p:cNvPr>
            <p:cNvSpPr/>
            <p:nvPr/>
          </p:nvSpPr>
          <p:spPr>
            <a:xfrm>
              <a:off x="-48040" y="6526705"/>
              <a:ext cx="12240040" cy="347675"/>
            </a:xfrm>
            <a:custGeom>
              <a:avLst/>
              <a:gdLst>
                <a:gd name="connsiteX0" fmla="*/ 12135116 w 12240040"/>
                <a:gd name="connsiteY0" fmla="*/ 0 h 347675"/>
                <a:gd name="connsiteX1" fmla="*/ 12240040 w 12240040"/>
                <a:gd name="connsiteY1" fmla="*/ 0 h 347675"/>
                <a:gd name="connsiteX2" fmla="*/ 12075846 w 12240040"/>
                <a:gd name="connsiteY2" fmla="*/ 347675 h 347675"/>
                <a:gd name="connsiteX3" fmla="*/ 11970922 w 12240040"/>
                <a:gd name="connsiteY3" fmla="*/ 347675 h 347675"/>
                <a:gd name="connsiteX4" fmla="*/ 11930117 w 12240040"/>
                <a:gd name="connsiteY4" fmla="*/ 0 h 347675"/>
                <a:gd name="connsiteX5" fmla="*/ 12035041 w 12240040"/>
                <a:gd name="connsiteY5" fmla="*/ 0 h 347675"/>
                <a:gd name="connsiteX6" fmla="*/ 11870847 w 12240040"/>
                <a:gd name="connsiteY6" fmla="*/ 347675 h 347675"/>
                <a:gd name="connsiteX7" fmla="*/ 11765923 w 12240040"/>
                <a:gd name="connsiteY7" fmla="*/ 347675 h 347675"/>
                <a:gd name="connsiteX8" fmla="*/ 11725116 w 12240040"/>
                <a:gd name="connsiteY8" fmla="*/ 0 h 347675"/>
                <a:gd name="connsiteX9" fmla="*/ 11830040 w 12240040"/>
                <a:gd name="connsiteY9" fmla="*/ 0 h 347675"/>
                <a:gd name="connsiteX10" fmla="*/ 11665846 w 12240040"/>
                <a:gd name="connsiteY10" fmla="*/ 347675 h 347675"/>
                <a:gd name="connsiteX11" fmla="*/ 11560922 w 12240040"/>
                <a:gd name="connsiteY11" fmla="*/ 347675 h 347675"/>
                <a:gd name="connsiteX12" fmla="*/ 11520115 w 12240040"/>
                <a:gd name="connsiteY12" fmla="*/ 0 h 347675"/>
                <a:gd name="connsiteX13" fmla="*/ 11625039 w 12240040"/>
                <a:gd name="connsiteY13" fmla="*/ 0 h 347675"/>
                <a:gd name="connsiteX14" fmla="*/ 11460845 w 12240040"/>
                <a:gd name="connsiteY14" fmla="*/ 347675 h 347675"/>
                <a:gd name="connsiteX15" fmla="*/ 11355921 w 12240040"/>
                <a:gd name="connsiteY15" fmla="*/ 347675 h 347675"/>
                <a:gd name="connsiteX16" fmla="*/ 11315114 w 12240040"/>
                <a:gd name="connsiteY16" fmla="*/ 0 h 347675"/>
                <a:gd name="connsiteX17" fmla="*/ 11420038 w 12240040"/>
                <a:gd name="connsiteY17" fmla="*/ 0 h 347675"/>
                <a:gd name="connsiteX18" fmla="*/ 11255844 w 12240040"/>
                <a:gd name="connsiteY18" fmla="*/ 347675 h 347675"/>
                <a:gd name="connsiteX19" fmla="*/ 11150920 w 12240040"/>
                <a:gd name="connsiteY19" fmla="*/ 347675 h 347675"/>
                <a:gd name="connsiteX20" fmla="*/ 11110113 w 12240040"/>
                <a:gd name="connsiteY20" fmla="*/ 0 h 347675"/>
                <a:gd name="connsiteX21" fmla="*/ 11215037 w 12240040"/>
                <a:gd name="connsiteY21" fmla="*/ 0 h 347675"/>
                <a:gd name="connsiteX22" fmla="*/ 11050843 w 12240040"/>
                <a:gd name="connsiteY22" fmla="*/ 347675 h 347675"/>
                <a:gd name="connsiteX23" fmla="*/ 10945919 w 12240040"/>
                <a:gd name="connsiteY23" fmla="*/ 347675 h 347675"/>
                <a:gd name="connsiteX24" fmla="*/ 10905112 w 12240040"/>
                <a:gd name="connsiteY24" fmla="*/ 0 h 347675"/>
                <a:gd name="connsiteX25" fmla="*/ 11010036 w 12240040"/>
                <a:gd name="connsiteY25" fmla="*/ 0 h 347675"/>
                <a:gd name="connsiteX26" fmla="*/ 10845842 w 12240040"/>
                <a:gd name="connsiteY26" fmla="*/ 347675 h 347675"/>
                <a:gd name="connsiteX27" fmla="*/ 10740918 w 12240040"/>
                <a:gd name="connsiteY27" fmla="*/ 347675 h 347675"/>
                <a:gd name="connsiteX28" fmla="*/ 10700111 w 12240040"/>
                <a:gd name="connsiteY28" fmla="*/ 0 h 347675"/>
                <a:gd name="connsiteX29" fmla="*/ 10805035 w 12240040"/>
                <a:gd name="connsiteY29" fmla="*/ 0 h 347675"/>
                <a:gd name="connsiteX30" fmla="*/ 10640841 w 12240040"/>
                <a:gd name="connsiteY30" fmla="*/ 347675 h 347675"/>
                <a:gd name="connsiteX31" fmla="*/ 10535917 w 12240040"/>
                <a:gd name="connsiteY31" fmla="*/ 347675 h 347675"/>
                <a:gd name="connsiteX32" fmla="*/ 10495110 w 12240040"/>
                <a:gd name="connsiteY32" fmla="*/ 0 h 347675"/>
                <a:gd name="connsiteX33" fmla="*/ 10600034 w 12240040"/>
                <a:gd name="connsiteY33" fmla="*/ 0 h 347675"/>
                <a:gd name="connsiteX34" fmla="*/ 10435840 w 12240040"/>
                <a:gd name="connsiteY34" fmla="*/ 347675 h 347675"/>
                <a:gd name="connsiteX35" fmla="*/ 10330916 w 12240040"/>
                <a:gd name="connsiteY35" fmla="*/ 347675 h 347675"/>
                <a:gd name="connsiteX36" fmla="*/ 10290109 w 12240040"/>
                <a:gd name="connsiteY36" fmla="*/ 0 h 347675"/>
                <a:gd name="connsiteX37" fmla="*/ 10395033 w 12240040"/>
                <a:gd name="connsiteY37" fmla="*/ 0 h 347675"/>
                <a:gd name="connsiteX38" fmla="*/ 10230839 w 12240040"/>
                <a:gd name="connsiteY38" fmla="*/ 347675 h 347675"/>
                <a:gd name="connsiteX39" fmla="*/ 10125915 w 12240040"/>
                <a:gd name="connsiteY39" fmla="*/ 347675 h 347675"/>
                <a:gd name="connsiteX40" fmla="*/ 10085108 w 12240040"/>
                <a:gd name="connsiteY40" fmla="*/ 0 h 347675"/>
                <a:gd name="connsiteX41" fmla="*/ 10190032 w 12240040"/>
                <a:gd name="connsiteY41" fmla="*/ 0 h 347675"/>
                <a:gd name="connsiteX42" fmla="*/ 10025838 w 12240040"/>
                <a:gd name="connsiteY42" fmla="*/ 347675 h 347675"/>
                <a:gd name="connsiteX43" fmla="*/ 9920914 w 12240040"/>
                <a:gd name="connsiteY43" fmla="*/ 347675 h 347675"/>
                <a:gd name="connsiteX44" fmla="*/ 9893895 w 12240040"/>
                <a:gd name="connsiteY44" fmla="*/ 0 h 347675"/>
                <a:gd name="connsiteX45" fmla="*/ 9998819 w 12240040"/>
                <a:gd name="connsiteY45" fmla="*/ 0 h 347675"/>
                <a:gd name="connsiteX46" fmla="*/ 9834625 w 12240040"/>
                <a:gd name="connsiteY46" fmla="*/ 347675 h 347675"/>
                <a:gd name="connsiteX47" fmla="*/ 9729701 w 12240040"/>
                <a:gd name="connsiteY47" fmla="*/ 347675 h 347675"/>
                <a:gd name="connsiteX48" fmla="*/ 9688896 w 12240040"/>
                <a:gd name="connsiteY48" fmla="*/ 0 h 347675"/>
                <a:gd name="connsiteX49" fmla="*/ 9793820 w 12240040"/>
                <a:gd name="connsiteY49" fmla="*/ 0 h 347675"/>
                <a:gd name="connsiteX50" fmla="*/ 9629626 w 12240040"/>
                <a:gd name="connsiteY50" fmla="*/ 347675 h 347675"/>
                <a:gd name="connsiteX51" fmla="*/ 9524702 w 12240040"/>
                <a:gd name="connsiteY51" fmla="*/ 347675 h 347675"/>
                <a:gd name="connsiteX52" fmla="*/ 9483895 w 12240040"/>
                <a:gd name="connsiteY52" fmla="*/ 0 h 347675"/>
                <a:gd name="connsiteX53" fmla="*/ 9588819 w 12240040"/>
                <a:gd name="connsiteY53" fmla="*/ 0 h 347675"/>
                <a:gd name="connsiteX54" fmla="*/ 9424625 w 12240040"/>
                <a:gd name="connsiteY54" fmla="*/ 347675 h 347675"/>
                <a:gd name="connsiteX55" fmla="*/ 9319701 w 12240040"/>
                <a:gd name="connsiteY55" fmla="*/ 347675 h 347675"/>
                <a:gd name="connsiteX56" fmla="*/ 9278894 w 12240040"/>
                <a:gd name="connsiteY56" fmla="*/ 0 h 347675"/>
                <a:gd name="connsiteX57" fmla="*/ 9383818 w 12240040"/>
                <a:gd name="connsiteY57" fmla="*/ 0 h 347675"/>
                <a:gd name="connsiteX58" fmla="*/ 9219624 w 12240040"/>
                <a:gd name="connsiteY58" fmla="*/ 347675 h 347675"/>
                <a:gd name="connsiteX59" fmla="*/ 9114700 w 12240040"/>
                <a:gd name="connsiteY59" fmla="*/ 347675 h 347675"/>
                <a:gd name="connsiteX60" fmla="*/ 9073893 w 12240040"/>
                <a:gd name="connsiteY60" fmla="*/ 0 h 347675"/>
                <a:gd name="connsiteX61" fmla="*/ 9178817 w 12240040"/>
                <a:gd name="connsiteY61" fmla="*/ 0 h 347675"/>
                <a:gd name="connsiteX62" fmla="*/ 9014623 w 12240040"/>
                <a:gd name="connsiteY62" fmla="*/ 347675 h 347675"/>
                <a:gd name="connsiteX63" fmla="*/ 8909699 w 12240040"/>
                <a:gd name="connsiteY63" fmla="*/ 347675 h 347675"/>
                <a:gd name="connsiteX64" fmla="*/ 8868892 w 12240040"/>
                <a:gd name="connsiteY64" fmla="*/ 0 h 347675"/>
                <a:gd name="connsiteX65" fmla="*/ 8973816 w 12240040"/>
                <a:gd name="connsiteY65" fmla="*/ 0 h 347675"/>
                <a:gd name="connsiteX66" fmla="*/ 8809622 w 12240040"/>
                <a:gd name="connsiteY66" fmla="*/ 347675 h 347675"/>
                <a:gd name="connsiteX67" fmla="*/ 8704698 w 12240040"/>
                <a:gd name="connsiteY67" fmla="*/ 347675 h 347675"/>
                <a:gd name="connsiteX68" fmla="*/ 8663891 w 12240040"/>
                <a:gd name="connsiteY68" fmla="*/ 0 h 347675"/>
                <a:gd name="connsiteX69" fmla="*/ 8768815 w 12240040"/>
                <a:gd name="connsiteY69" fmla="*/ 0 h 347675"/>
                <a:gd name="connsiteX70" fmla="*/ 8604621 w 12240040"/>
                <a:gd name="connsiteY70" fmla="*/ 347675 h 347675"/>
                <a:gd name="connsiteX71" fmla="*/ 8499697 w 12240040"/>
                <a:gd name="connsiteY71" fmla="*/ 347675 h 347675"/>
                <a:gd name="connsiteX72" fmla="*/ 8458890 w 12240040"/>
                <a:gd name="connsiteY72" fmla="*/ 0 h 347675"/>
                <a:gd name="connsiteX73" fmla="*/ 8563814 w 12240040"/>
                <a:gd name="connsiteY73" fmla="*/ 0 h 347675"/>
                <a:gd name="connsiteX74" fmla="*/ 8399620 w 12240040"/>
                <a:gd name="connsiteY74" fmla="*/ 347675 h 347675"/>
                <a:gd name="connsiteX75" fmla="*/ 8294696 w 12240040"/>
                <a:gd name="connsiteY75" fmla="*/ 347675 h 347675"/>
                <a:gd name="connsiteX76" fmla="*/ 8253889 w 12240040"/>
                <a:gd name="connsiteY76" fmla="*/ 0 h 347675"/>
                <a:gd name="connsiteX77" fmla="*/ 8358813 w 12240040"/>
                <a:gd name="connsiteY77" fmla="*/ 0 h 347675"/>
                <a:gd name="connsiteX78" fmla="*/ 8194619 w 12240040"/>
                <a:gd name="connsiteY78" fmla="*/ 347675 h 347675"/>
                <a:gd name="connsiteX79" fmla="*/ 8089695 w 12240040"/>
                <a:gd name="connsiteY79" fmla="*/ 347675 h 347675"/>
                <a:gd name="connsiteX80" fmla="*/ 8048888 w 12240040"/>
                <a:gd name="connsiteY80" fmla="*/ 0 h 347675"/>
                <a:gd name="connsiteX81" fmla="*/ 8153812 w 12240040"/>
                <a:gd name="connsiteY81" fmla="*/ 0 h 347675"/>
                <a:gd name="connsiteX82" fmla="*/ 7989618 w 12240040"/>
                <a:gd name="connsiteY82" fmla="*/ 347675 h 347675"/>
                <a:gd name="connsiteX83" fmla="*/ 7884694 w 12240040"/>
                <a:gd name="connsiteY83" fmla="*/ 347675 h 347675"/>
                <a:gd name="connsiteX84" fmla="*/ 7843887 w 12240040"/>
                <a:gd name="connsiteY84" fmla="*/ 0 h 347675"/>
                <a:gd name="connsiteX85" fmla="*/ 7948811 w 12240040"/>
                <a:gd name="connsiteY85" fmla="*/ 0 h 347675"/>
                <a:gd name="connsiteX86" fmla="*/ 7784617 w 12240040"/>
                <a:gd name="connsiteY86" fmla="*/ 347675 h 347675"/>
                <a:gd name="connsiteX87" fmla="*/ 7679693 w 12240040"/>
                <a:gd name="connsiteY87" fmla="*/ 347675 h 347675"/>
                <a:gd name="connsiteX88" fmla="*/ 7652677 w 12240040"/>
                <a:gd name="connsiteY88" fmla="*/ 0 h 347675"/>
                <a:gd name="connsiteX89" fmla="*/ 7757601 w 12240040"/>
                <a:gd name="connsiteY89" fmla="*/ 0 h 347675"/>
                <a:gd name="connsiteX90" fmla="*/ 7593407 w 12240040"/>
                <a:gd name="connsiteY90" fmla="*/ 347675 h 347675"/>
                <a:gd name="connsiteX91" fmla="*/ 7488483 w 12240040"/>
                <a:gd name="connsiteY91" fmla="*/ 347675 h 347675"/>
                <a:gd name="connsiteX92" fmla="*/ 7447678 w 12240040"/>
                <a:gd name="connsiteY92" fmla="*/ 0 h 347675"/>
                <a:gd name="connsiteX93" fmla="*/ 7552602 w 12240040"/>
                <a:gd name="connsiteY93" fmla="*/ 0 h 347675"/>
                <a:gd name="connsiteX94" fmla="*/ 7388408 w 12240040"/>
                <a:gd name="connsiteY94" fmla="*/ 347675 h 347675"/>
                <a:gd name="connsiteX95" fmla="*/ 7283484 w 12240040"/>
                <a:gd name="connsiteY95" fmla="*/ 347675 h 347675"/>
                <a:gd name="connsiteX96" fmla="*/ 7242677 w 12240040"/>
                <a:gd name="connsiteY96" fmla="*/ 0 h 347675"/>
                <a:gd name="connsiteX97" fmla="*/ 7347601 w 12240040"/>
                <a:gd name="connsiteY97" fmla="*/ 0 h 347675"/>
                <a:gd name="connsiteX98" fmla="*/ 7183407 w 12240040"/>
                <a:gd name="connsiteY98" fmla="*/ 347675 h 347675"/>
                <a:gd name="connsiteX99" fmla="*/ 7078483 w 12240040"/>
                <a:gd name="connsiteY99" fmla="*/ 347675 h 347675"/>
                <a:gd name="connsiteX100" fmla="*/ 7037676 w 12240040"/>
                <a:gd name="connsiteY100" fmla="*/ 0 h 347675"/>
                <a:gd name="connsiteX101" fmla="*/ 7142600 w 12240040"/>
                <a:gd name="connsiteY101" fmla="*/ 0 h 347675"/>
                <a:gd name="connsiteX102" fmla="*/ 6978406 w 12240040"/>
                <a:gd name="connsiteY102" fmla="*/ 347675 h 347675"/>
                <a:gd name="connsiteX103" fmla="*/ 6873482 w 12240040"/>
                <a:gd name="connsiteY103" fmla="*/ 347675 h 347675"/>
                <a:gd name="connsiteX104" fmla="*/ 6832675 w 12240040"/>
                <a:gd name="connsiteY104" fmla="*/ 0 h 347675"/>
                <a:gd name="connsiteX105" fmla="*/ 6937599 w 12240040"/>
                <a:gd name="connsiteY105" fmla="*/ 0 h 347675"/>
                <a:gd name="connsiteX106" fmla="*/ 6773405 w 12240040"/>
                <a:gd name="connsiteY106" fmla="*/ 347675 h 347675"/>
                <a:gd name="connsiteX107" fmla="*/ 6668481 w 12240040"/>
                <a:gd name="connsiteY107" fmla="*/ 347675 h 347675"/>
                <a:gd name="connsiteX108" fmla="*/ 6627674 w 12240040"/>
                <a:gd name="connsiteY108" fmla="*/ 0 h 347675"/>
                <a:gd name="connsiteX109" fmla="*/ 6732598 w 12240040"/>
                <a:gd name="connsiteY109" fmla="*/ 0 h 347675"/>
                <a:gd name="connsiteX110" fmla="*/ 6568404 w 12240040"/>
                <a:gd name="connsiteY110" fmla="*/ 347675 h 347675"/>
                <a:gd name="connsiteX111" fmla="*/ 6463480 w 12240040"/>
                <a:gd name="connsiteY111" fmla="*/ 347675 h 347675"/>
                <a:gd name="connsiteX112" fmla="*/ 6422673 w 12240040"/>
                <a:gd name="connsiteY112" fmla="*/ 0 h 347675"/>
                <a:gd name="connsiteX113" fmla="*/ 6527597 w 12240040"/>
                <a:gd name="connsiteY113" fmla="*/ 0 h 347675"/>
                <a:gd name="connsiteX114" fmla="*/ 6363403 w 12240040"/>
                <a:gd name="connsiteY114" fmla="*/ 347675 h 347675"/>
                <a:gd name="connsiteX115" fmla="*/ 6258479 w 12240040"/>
                <a:gd name="connsiteY115" fmla="*/ 347675 h 347675"/>
                <a:gd name="connsiteX116" fmla="*/ 6217672 w 12240040"/>
                <a:gd name="connsiteY116" fmla="*/ 0 h 347675"/>
                <a:gd name="connsiteX117" fmla="*/ 6322596 w 12240040"/>
                <a:gd name="connsiteY117" fmla="*/ 0 h 347675"/>
                <a:gd name="connsiteX118" fmla="*/ 6158402 w 12240040"/>
                <a:gd name="connsiteY118" fmla="*/ 347675 h 347675"/>
                <a:gd name="connsiteX119" fmla="*/ 6053478 w 12240040"/>
                <a:gd name="connsiteY119" fmla="*/ 347675 h 347675"/>
                <a:gd name="connsiteX120" fmla="*/ 6012672 w 12240040"/>
                <a:gd name="connsiteY120" fmla="*/ 0 h 347675"/>
                <a:gd name="connsiteX121" fmla="*/ 6117596 w 12240040"/>
                <a:gd name="connsiteY121" fmla="*/ 0 h 347675"/>
                <a:gd name="connsiteX122" fmla="*/ 5953402 w 12240040"/>
                <a:gd name="connsiteY122" fmla="*/ 347675 h 347675"/>
                <a:gd name="connsiteX123" fmla="*/ 5848478 w 12240040"/>
                <a:gd name="connsiteY123" fmla="*/ 347675 h 347675"/>
                <a:gd name="connsiteX124" fmla="*/ 5807671 w 12240040"/>
                <a:gd name="connsiteY124" fmla="*/ 0 h 347675"/>
                <a:gd name="connsiteX125" fmla="*/ 5912595 w 12240040"/>
                <a:gd name="connsiteY125" fmla="*/ 0 h 347675"/>
                <a:gd name="connsiteX126" fmla="*/ 5748402 w 12240040"/>
                <a:gd name="connsiteY126" fmla="*/ 347675 h 347675"/>
                <a:gd name="connsiteX127" fmla="*/ 5643479 w 12240040"/>
                <a:gd name="connsiteY127" fmla="*/ 347675 h 347675"/>
                <a:gd name="connsiteX128" fmla="*/ 5602671 w 12240040"/>
                <a:gd name="connsiteY128" fmla="*/ 0 h 347675"/>
                <a:gd name="connsiteX129" fmla="*/ 5707595 w 12240040"/>
                <a:gd name="connsiteY129" fmla="*/ 0 h 347675"/>
                <a:gd name="connsiteX130" fmla="*/ 5543402 w 12240040"/>
                <a:gd name="connsiteY130" fmla="*/ 347675 h 347675"/>
                <a:gd name="connsiteX131" fmla="*/ 5438478 w 12240040"/>
                <a:gd name="connsiteY131" fmla="*/ 347675 h 347675"/>
                <a:gd name="connsiteX132" fmla="*/ 5411462 w 12240040"/>
                <a:gd name="connsiteY132" fmla="*/ 0 h 347675"/>
                <a:gd name="connsiteX133" fmla="*/ 5516385 w 12240040"/>
                <a:gd name="connsiteY133" fmla="*/ 0 h 347675"/>
                <a:gd name="connsiteX134" fmla="*/ 5352193 w 12240040"/>
                <a:gd name="connsiteY134" fmla="*/ 347675 h 347675"/>
                <a:gd name="connsiteX135" fmla="*/ 5247268 w 12240040"/>
                <a:gd name="connsiteY135" fmla="*/ 347675 h 347675"/>
                <a:gd name="connsiteX136" fmla="*/ 5206463 w 12240040"/>
                <a:gd name="connsiteY136" fmla="*/ 0 h 347675"/>
                <a:gd name="connsiteX137" fmla="*/ 5311388 w 12240040"/>
                <a:gd name="connsiteY137" fmla="*/ 0 h 347675"/>
                <a:gd name="connsiteX138" fmla="*/ 5147194 w 12240040"/>
                <a:gd name="connsiteY138" fmla="*/ 347675 h 347675"/>
                <a:gd name="connsiteX139" fmla="*/ 5042269 w 12240040"/>
                <a:gd name="connsiteY139" fmla="*/ 347675 h 347675"/>
                <a:gd name="connsiteX140" fmla="*/ 5001460 w 12240040"/>
                <a:gd name="connsiteY140" fmla="*/ 0 h 347675"/>
                <a:gd name="connsiteX141" fmla="*/ 5106386 w 12240040"/>
                <a:gd name="connsiteY141" fmla="*/ 0 h 347675"/>
                <a:gd name="connsiteX142" fmla="*/ 4942191 w 12240040"/>
                <a:gd name="connsiteY142" fmla="*/ 347675 h 347675"/>
                <a:gd name="connsiteX143" fmla="*/ 4837267 w 12240040"/>
                <a:gd name="connsiteY143" fmla="*/ 347675 h 347675"/>
                <a:gd name="connsiteX144" fmla="*/ 4796461 w 12240040"/>
                <a:gd name="connsiteY144" fmla="*/ 0 h 347675"/>
                <a:gd name="connsiteX145" fmla="*/ 4901383 w 12240040"/>
                <a:gd name="connsiteY145" fmla="*/ 0 h 347675"/>
                <a:gd name="connsiteX146" fmla="*/ 4737191 w 12240040"/>
                <a:gd name="connsiteY146" fmla="*/ 347675 h 347675"/>
                <a:gd name="connsiteX147" fmla="*/ 4632266 w 12240040"/>
                <a:gd name="connsiteY147" fmla="*/ 347675 h 347675"/>
                <a:gd name="connsiteX148" fmla="*/ 4591459 w 12240040"/>
                <a:gd name="connsiteY148" fmla="*/ 0 h 347675"/>
                <a:gd name="connsiteX149" fmla="*/ 4696383 w 12240040"/>
                <a:gd name="connsiteY149" fmla="*/ 0 h 347675"/>
                <a:gd name="connsiteX150" fmla="*/ 4532189 w 12240040"/>
                <a:gd name="connsiteY150" fmla="*/ 347675 h 347675"/>
                <a:gd name="connsiteX151" fmla="*/ 4427265 w 12240040"/>
                <a:gd name="connsiteY151" fmla="*/ 347675 h 347675"/>
                <a:gd name="connsiteX152" fmla="*/ 4386457 w 12240040"/>
                <a:gd name="connsiteY152" fmla="*/ 0 h 347675"/>
                <a:gd name="connsiteX153" fmla="*/ 4491381 w 12240040"/>
                <a:gd name="connsiteY153" fmla="*/ 0 h 347675"/>
                <a:gd name="connsiteX154" fmla="*/ 4327188 w 12240040"/>
                <a:gd name="connsiteY154" fmla="*/ 347675 h 347675"/>
                <a:gd name="connsiteX155" fmla="*/ 4222266 w 12240040"/>
                <a:gd name="connsiteY155" fmla="*/ 347675 h 347675"/>
                <a:gd name="connsiteX156" fmla="*/ 4181459 w 12240040"/>
                <a:gd name="connsiteY156" fmla="*/ 0 h 347675"/>
                <a:gd name="connsiteX157" fmla="*/ 4286380 w 12240040"/>
                <a:gd name="connsiteY157" fmla="*/ 0 h 347675"/>
                <a:gd name="connsiteX158" fmla="*/ 4122189 w 12240040"/>
                <a:gd name="connsiteY158" fmla="*/ 347675 h 347675"/>
                <a:gd name="connsiteX159" fmla="*/ 4017265 w 12240040"/>
                <a:gd name="connsiteY159" fmla="*/ 347675 h 347675"/>
                <a:gd name="connsiteX160" fmla="*/ 3976457 w 12240040"/>
                <a:gd name="connsiteY160" fmla="*/ 0 h 347675"/>
                <a:gd name="connsiteX161" fmla="*/ 4081381 w 12240040"/>
                <a:gd name="connsiteY161" fmla="*/ 0 h 347675"/>
                <a:gd name="connsiteX162" fmla="*/ 3917187 w 12240040"/>
                <a:gd name="connsiteY162" fmla="*/ 347675 h 347675"/>
                <a:gd name="connsiteX163" fmla="*/ 3812264 w 12240040"/>
                <a:gd name="connsiteY163" fmla="*/ 347675 h 347675"/>
                <a:gd name="connsiteX164" fmla="*/ 3771456 w 12240040"/>
                <a:gd name="connsiteY164" fmla="*/ 0 h 347675"/>
                <a:gd name="connsiteX165" fmla="*/ 3876380 w 12240040"/>
                <a:gd name="connsiteY165" fmla="*/ 0 h 347675"/>
                <a:gd name="connsiteX166" fmla="*/ 3712187 w 12240040"/>
                <a:gd name="connsiteY166" fmla="*/ 347675 h 347675"/>
                <a:gd name="connsiteX167" fmla="*/ 3607263 w 12240040"/>
                <a:gd name="connsiteY167" fmla="*/ 347675 h 347675"/>
                <a:gd name="connsiteX168" fmla="*/ 3566456 w 12240040"/>
                <a:gd name="connsiteY168" fmla="*/ 0 h 347675"/>
                <a:gd name="connsiteX169" fmla="*/ 3671379 w 12240040"/>
                <a:gd name="connsiteY169" fmla="*/ 0 h 347675"/>
                <a:gd name="connsiteX170" fmla="*/ 3507186 w 12240040"/>
                <a:gd name="connsiteY170" fmla="*/ 347675 h 347675"/>
                <a:gd name="connsiteX171" fmla="*/ 3402262 w 12240040"/>
                <a:gd name="connsiteY171" fmla="*/ 347675 h 347675"/>
                <a:gd name="connsiteX172" fmla="*/ 3361454 w 12240040"/>
                <a:gd name="connsiteY172" fmla="*/ 0 h 347675"/>
                <a:gd name="connsiteX173" fmla="*/ 3466379 w 12240040"/>
                <a:gd name="connsiteY173" fmla="*/ 0 h 347675"/>
                <a:gd name="connsiteX174" fmla="*/ 3302184 w 12240040"/>
                <a:gd name="connsiteY174" fmla="*/ 347675 h 347675"/>
                <a:gd name="connsiteX175" fmla="*/ 3197260 w 12240040"/>
                <a:gd name="connsiteY175" fmla="*/ 347675 h 347675"/>
                <a:gd name="connsiteX176" fmla="*/ 3170244 w 12240040"/>
                <a:gd name="connsiteY176" fmla="*/ 0 h 347675"/>
                <a:gd name="connsiteX177" fmla="*/ 3275168 w 12240040"/>
                <a:gd name="connsiteY177" fmla="*/ 0 h 347675"/>
                <a:gd name="connsiteX178" fmla="*/ 3110974 w 12240040"/>
                <a:gd name="connsiteY178" fmla="*/ 347675 h 347675"/>
                <a:gd name="connsiteX179" fmla="*/ 3006050 w 12240040"/>
                <a:gd name="connsiteY179" fmla="*/ 347675 h 347675"/>
                <a:gd name="connsiteX180" fmla="*/ 2965245 w 12240040"/>
                <a:gd name="connsiteY180" fmla="*/ 0 h 347675"/>
                <a:gd name="connsiteX181" fmla="*/ 3070169 w 12240040"/>
                <a:gd name="connsiteY181" fmla="*/ 0 h 347675"/>
                <a:gd name="connsiteX182" fmla="*/ 2905975 w 12240040"/>
                <a:gd name="connsiteY182" fmla="*/ 347675 h 347675"/>
                <a:gd name="connsiteX183" fmla="*/ 2801051 w 12240040"/>
                <a:gd name="connsiteY183" fmla="*/ 347675 h 347675"/>
                <a:gd name="connsiteX184" fmla="*/ 2760244 w 12240040"/>
                <a:gd name="connsiteY184" fmla="*/ 0 h 347675"/>
                <a:gd name="connsiteX185" fmla="*/ 2865168 w 12240040"/>
                <a:gd name="connsiteY185" fmla="*/ 0 h 347675"/>
                <a:gd name="connsiteX186" fmla="*/ 2700973 w 12240040"/>
                <a:gd name="connsiteY186" fmla="*/ 347675 h 347675"/>
                <a:gd name="connsiteX187" fmla="*/ 2596050 w 12240040"/>
                <a:gd name="connsiteY187" fmla="*/ 347675 h 347675"/>
                <a:gd name="connsiteX188" fmla="*/ 2555242 w 12240040"/>
                <a:gd name="connsiteY188" fmla="*/ 0 h 347675"/>
                <a:gd name="connsiteX189" fmla="*/ 2660166 w 12240040"/>
                <a:gd name="connsiteY189" fmla="*/ 0 h 347675"/>
                <a:gd name="connsiteX190" fmla="*/ 2495973 w 12240040"/>
                <a:gd name="connsiteY190" fmla="*/ 347675 h 347675"/>
                <a:gd name="connsiteX191" fmla="*/ 2391049 w 12240040"/>
                <a:gd name="connsiteY191" fmla="*/ 347675 h 347675"/>
                <a:gd name="connsiteX192" fmla="*/ 2350242 w 12240040"/>
                <a:gd name="connsiteY192" fmla="*/ 0 h 347675"/>
                <a:gd name="connsiteX193" fmla="*/ 2455165 w 12240040"/>
                <a:gd name="connsiteY193" fmla="*/ 0 h 347675"/>
                <a:gd name="connsiteX194" fmla="*/ 2290972 w 12240040"/>
                <a:gd name="connsiteY194" fmla="*/ 347675 h 347675"/>
                <a:gd name="connsiteX195" fmla="*/ 2186048 w 12240040"/>
                <a:gd name="connsiteY195" fmla="*/ 347675 h 347675"/>
                <a:gd name="connsiteX196" fmla="*/ 2145240 w 12240040"/>
                <a:gd name="connsiteY196" fmla="*/ 0 h 347675"/>
                <a:gd name="connsiteX197" fmla="*/ 2250164 w 12240040"/>
                <a:gd name="connsiteY197" fmla="*/ 0 h 347675"/>
                <a:gd name="connsiteX198" fmla="*/ 2085970 w 12240040"/>
                <a:gd name="connsiteY198" fmla="*/ 347675 h 347675"/>
                <a:gd name="connsiteX199" fmla="*/ 1981046 w 12240040"/>
                <a:gd name="connsiteY199" fmla="*/ 347675 h 347675"/>
                <a:gd name="connsiteX200" fmla="*/ 1940238 w 12240040"/>
                <a:gd name="connsiteY200" fmla="*/ 0 h 347675"/>
                <a:gd name="connsiteX201" fmla="*/ 2045162 w 12240040"/>
                <a:gd name="connsiteY201" fmla="*/ 0 h 347675"/>
                <a:gd name="connsiteX202" fmla="*/ 1880969 w 12240040"/>
                <a:gd name="connsiteY202" fmla="*/ 347675 h 347675"/>
                <a:gd name="connsiteX203" fmla="*/ 1776044 w 12240040"/>
                <a:gd name="connsiteY203" fmla="*/ 347675 h 347675"/>
                <a:gd name="connsiteX204" fmla="*/ 1735237 w 12240040"/>
                <a:gd name="connsiteY204" fmla="*/ 0 h 347675"/>
                <a:gd name="connsiteX205" fmla="*/ 1840161 w 12240040"/>
                <a:gd name="connsiteY205" fmla="*/ 0 h 347675"/>
                <a:gd name="connsiteX206" fmla="*/ 1675967 w 12240040"/>
                <a:gd name="connsiteY206" fmla="*/ 347675 h 347675"/>
                <a:gd name="connsiteX207" fmla="*/ 1571043 w 12240040"/>
                <a:gd name="connsiteY207" fmla="*/ 347675 h 347675"/>
                <a:gd name="connsiteX208" fmla="*/ 1530236 w 12240040"/>
                <a:gd name="connsiteY208" fmla="*/ 0 h 347675"/>
                <a:gd name="connsiteX209" fmla="*/ 1635160 w 12240040"/>
                <a:gd name="connsiteY209" fmla="*/ 0 h 347675"/>
                <a:gd name="connsiteX210" fmla="*/ 1470966 w 12240040"/>
                <a:gd name="connsiteY210" fmla="*/ 347675 h 347675"/>
                <a:gd name="connsiteX211" fmla="*/ 1366042 w 12240040"/>
                <a:gd name="connsiteY211" fmla="*/ 347675 h 347675"/>
                <a:gd name="connsiteX212" fmla="*/ 1325235 w 12240040"/>
                <a:gd name="connsiteY212" fmla="*/ 0 h 347675"/>
                <a:gd name="connsiteX213" fmla="*/ 1430159 w 12240040"/>
                <a:gd name="connsiteY213" fmla="*/ 0 h 347675"/>
                <a:gd name="connsiteX214" fmla="*/ 1265965 w 12240040"/>
                <a:gd name="connsiteY214" fmla="*/ 347675 h 347675"/>
                <a:gd name="connsiteX215" fmla="*/ 1161041 w 12240040"/>
                <a:gd name="connsiteY215" fmla="*/ 347675 h 347675"/>
                <a:gd name="connsiteX216" fmla="*/ 1120234 w 12240040"/>
                <a:gd name="connsiteY216" fmla="*/ 0 h 347675"/>
                <a:gd name="connsiteX217" fmla="*/ 1225158 w 12240040"/>
                <a:gd name="connsiteY217" fmla="*/ 0 h 347675"/>
                <a:gd name="connsiteX218" fmla="*/ 1060964 w 12240040"/>
                <a:gd name="connsiteY218" fmla="*/ 347675 h 347675"/>
                <a:gd name="connsiteX219" fmla="*/ 956040 w 12240040"/>
                <a:gd name="connsiteY219" fmla="*/ 347675 h 347675"/>
                <a:gd name="connsiteX220" fmla="*/ 929024 w 12240040"/>
                <a:gd name="connsiteY220" fmla="*/ 0 h 347675"/>
                <a:gd name="connsiteX221" fmla="*/ 1033948 w 12240040"/>
                <a:gd name="connsiteY221" fmla="*/ 0 h 347675"/>
                <a:gd name="connsiteX222" fmla="*/ 869754 w 12240040"/>
                <a:gd name="connsiteY222" fmla="*/ 347675 h 347675"/>
                <a:gd name="connsiteX223" fmla="*/ 764830 w 12240040"/>
                <a:gd name="connsiteY223" fmla="*/ 347675 h 347675"/>
                <a:gd name="connsiteX224" fmla="*/ 737813 w 12240040"/>
                <a:gd name="connsiteY224" fmla="*/ 0 h 347675"/>
                <a:gd name="connsiteX225" fmla="*/ 842738 w 12240040"/>
                <a:gd name="connsiteY225" fmla="*/ 0 h 347675"/>
                <a:gd name="connsiteX226" fmla="*/ 678544 w 12240040"/>
                <a:gd name="connsiteY226" fmla="*/ 347675 h 347675"/>
                <a:gd name="connsiteX227" fmla="*/ 573620 w 12240040"/>
                <a:gd name="connsiteY227" fmla="*/ 347675 h 347675"/>
                <a:gd name="connsiteX228" fmla="*/ 546603 w 12240040"/>
                <a:gd name="connsiteY228" fmla="*/ 0 h 347675"/>
                <a:gd name="connsiteX229" fmla="*/ 651527 w 12240040"/>
                <a:gd name="connsiteY229" fmla="*/ 0 h 347675"/>
                <a:gd name="connsiteX230" fmla="*/ 487333 w 12240040"/>
                <a:gd name="connsiteY230" fmla="*/ 347675 h 347675"/>
                <a:gd name="connsiteX231" fmla="*/ 382409 w 12240040"/>
                <a:gd name="connsiteY231" fmla="*/ 347675 h 347675"/>
                <a:gd name="connsiteX232" fmla="*/ 355393 w 12240040"/>
                <a:gd name="connsiteY232" fmla="*/ 0 h 347675"/>
                <a:gd name="connsiteX233" fmla="*/ 460317 w 12240040"/>
                <a:gd name="connsiteY233" fmla="*/ 0 h 347675"/>
                <a:gd name="connsiteX234" fmla="*/ 296123 w 12240040"/>
                <a:gd name="connsiteY234" fmla="*/ 347675 h 347675"/>
                <a:gd name="connsiteX235" fmla="*/ 191199 w 12240040"/>
                <a:gd name="connsiteY235" fmla="*/ 347675 h 347675"/>
                <a:gd name="connsiteX236" fmla="*/ 164194 w 12240040"/>
                <a:gd name="connsiteY236" fmla="*/ 0 h 347675"/>
                <a:gd name="connsiteX237" fmla="*/ 269118 w 12240040"/>
                <a:gd name="connsiteY237" fmla="*/ 0 h 347675"/>
                <a:gd name="connsiteX238" fmla="*/ 104924 w 12240040"/>
                <a:gd name="connsiteY238" fmla="*/ 347675 h 347675"/>
                <a:gd name="connsiteX239" fmla="*/ 0 w 12240040"/>
                <a:gd name="connsiteY239" fmla="*/ 347675 h 3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12240040" h="347675">
                  <a:moveTo>
                    <a:pt x="12135116" y="0"/>
                  </a:moveTo>
                  <a:lnTo>
                    <a:pt x="12240040" y="0"/>
                  </a:lnTo>
                  <a:lnTo>
                    <a:pt x="12075846" y="347675"/>
                  </a:lnTo>
                  <a:lnTo>
                    <a:pt x="11970922" y="347675"/>
                  </a:lnTo>
                  <a:close/>
                  <a:moveTo>
                    <a:pt x="11930117" y="0"/>
                  </a:moveTo>
                  <a:lnTo>
                    <a:pt x="12035041" y="0"/>
                  </a:lnTo>
                  <a:lnTo>
                    <a:pt x="11870847" y="347675"/>
                  </a:lnTo>
                  <a:lnTo>
                    <a:pt x="11765923" y="347675"/>
                  </a:lnTo>
                  <a:close/>
                  <a:moveTo>
                    <a:pt x="11725116" y="0"/>
                  </a:moveTo>
                  <a:lnTo>
                    <a:pt x="11830040" y="0"/>
                  </a:lnTo>
                  <a:lnTo>
                    <a:pt x="11665846" y="347675"/>
                  </a:lnTo>
                  <a:lnTo>
                    <a:pt x="11560922" y="347675"/>
                  </a:lnTo>
                  <a:close/>
                  <a:moveTo>
                    <a:pt x="11520115" y="0"/>
                  </a:moveTo>
                  <a:lnTo>
                    <a:pt x="11625039" y="0"/>
                  </a:lnTo>
                  <a:lnTo>
                    <a:pt x="11460845" y="347675"/>
                  </a:lnTo>
                  <a:lnTo>
                    <a:pt x="11355921" y="347675"/>
                  </a:lnTo>
                  <a:close/>
                  <a:moveTo>
                    <a:pt x="11315114" y="0"/>
                  </a:moveTo>
                  <a:lnTo>
                    <a:pt x="11420038" y="0"/>
                  </a:lnTo>
                  <a:lnTo>
                    <a:pt x="11255844" y="347675"/>
                  </a:lnTo>
                  <a:lnTo>
                    <a:pt x="11150920" y="347675"/>
                  </a:lnTo>
                  <a:close/>
                  <a:moveTo>
                    <a:pt x="11110113" y="0"/>
                  </a:moveTo>
                  <a:lnTo>
                    <a:pt x="11215037" y="0"/>
                  </a:lnTo>
                  <a:lnTo>
                    <a:pt x="11050843" y="347675"/>
                  </a:lnTo>
                  <a:lnTo>
                    <a:pt x="10945919" y="347675"/>
                  </a:lnTo>
                  <a:close/>
                  <a:moveTo>
                    <a:pt x="10905112" y="0"/>
                  </a:moveTo>
                  <a:lnTo>
                    <a:pt x="11010036" y="0"/>
                  </a:lnTo>
                  <a:lnTo>
                    <a:pt x="10845842" y="347675"/>
                  </a:lnTo>
                  <a:lnTo>
                    <a:pt x="10740918" y="347675"/>
                  </a:lnTo>
                  <a:close/>
                  <a:moveTo>
                    <a:pt x="10700111" y="0"/>
                  </a:moveTo>
                  <a:lnTo>
                    <a:pt x="10805035" y="0"/>
                  </a:lnTo>
                  <a:lnTo>
                    <a:pt x="10640841" y="347675"/>
                  </a:lnTo>
                  <a:lnTo>
                    <a:pt x="10535917" y="347675"/>
                  </a:lnTo>
                  <a:close/>
                  <a:moveTo>
                    <a:pt x="10495110" y="0"/>
                  </a:moveTo>
                  <a:lnTo>
                    <a:pt x="10600034" y="0"/>
                  </a:lnTo>
                  <a:lnTo>
                    <a:pt x="10435840" y="347675"/>
                  </a:lnTo>
                  <a:lnTo>
                    <a:pt x="10330916" y="347675"/>
                  </a:lnTo>
                  <a:close/>
                  <a:moveTo>
                    <a:pt x="10290109" y="0"/>
                  </a:moveTo>
                  <a:lnTo>
                    <a:pt x="10395033" y="0"/>
                  </a:lnTo>
                  <a:lnTo>
                    <a:pt x="10230839" y="347675"/>
                  </a:lnTo>
                  <a:lnTo>
                    <a:pt x="10125915" y="347675"/>
                  </a:lnTo>
                  <a:close/>
                  <a:moveTo>
                    <a:pt x="10085108" y="0"/>
                  </a:moveTo>
                  <a:lnTo>
                    <a:pt x="10190032" y="0"/>
                  </a:lnTo>
                  <a:lnTo>
                    <a:pt x="10025838" y="347675"/>
                  </a:lnTo>
                  <a:lnTo>
                    <a:pt x="9920914" y="347675"/>
                  </a:lnTo>
                  <a:close/>
                  <a:moveTo>
                    <a:pt x="9893895" y="0"/>
                  </a:moveTo>
                  <a:lnTo>
                    <a:pt x="9998819" y="0"/>
                  </a:lnTo>
                  <a:lnTo>
                    <a:pt x="9834625" y="347675"/>
                  </a:lnTo>
                  <a:lnTo>
                    <a:pt x="9729701" y="347675"/>
                  </a:lnTo>
                  <a:close/>
                  <a:moveTo>
                    <a:pt x="9688896" y="0"/>
                  </a:moveTo>
                  <a:lnTo>
                    <a:pt x="9793820" y="0"/>
                  </a:lnTo>
                  <a:lnTo>
                    <a:pt x="9629626" y="347675"/>
                  </a:lnTo>
                  <a:lnTo>
                    <a:pt x="9524702" y="347675"/>
                  </a:lnTo>
                  <a:close/>
                  <a:moveTo>
                    <a:pt x="9483895" y="0"/>
                  </a:moveTo>
                  <a:lnTo>
                    <a:pt x="9588819" y="0"/>
                  </a:lnTo>
                  <a:lnTo>
                    <a:pt x="9424625" y="347675"/>
                  </a:lnTo>
                  <a:lnTo>
                    <a:pt x="9319701" y="347675"/>
                  </a:lnTo>
                  <a:close/>
                  <a:moveTo>
                    <a:pt x="9278894" y="0"/>
                  </a:moveTo>
                  <a:lnTo>
                    <a:pt x="9383818" y="0"/>
                  </a:lnTo>
                  <a:lnTo>
                    <a:pt x="9219624" y="347675"/>
                  </a:lnTo>
                  <a:lnTo>
                    <a:pt x="9114700" y="347675"/>
                  </a:lnTo>
                  <a:close/>
                  <a:moveTo>
                    <a:pt x="9073893" y="0"/>
                  </a:moveTo>
                  <a:lnTo>
                    <a:pt x="9178817" y="0"/>
                  </a:lnTo>
                  <a:lnTo>
                    <a:pt x="9014623" y="347675"/>
                  </a:lnTo>
                  <a:lnTo>
                    <a:pt x="8909699" y="347675"/>
                  </a:lnTo>
                  <a:close/>
                  <a:moveTo>
                    <a:pt x="8868892" y="0"/>
                  </a:moveTo>
                  <a:lnTo>
                    <a:pt x="8973816" y="0"/>
                  </a:lnTo>
                  <a:lnTo>
                    <a:pt x="8809622" y="347675"/>
                  </a:lnTo>
                  <a:lnTo>
                    <a:pt x="8704698" y="347675"/>
                  </a:lnTo>
                  <a:close/>
                  <a:moveTo>
                    <a:pt x="8663891" y="0"/>
                  </a:moveTo>
                  <a:lnTo>
                    <a:pt x="8768815" y="0"/>
                  </a:lnTo>
                  <a:lnTo>
                    <a:pt x="8604621" y="347675"/>
                  </a:lnTo>
                  <a:lnTo>
                    <a:pt x="8499697" y="347675"/>
                  </a:lnTo>
                  <a:close/>
                  <a:moveTo>
                    <a:pt x="8458890" y="0"/>
                  </a:moveTo>
                  <a:lnTo>
                    <a:pt x="8563814" y="0"/>
                  </a:lnTo>
                  <a:lnTo>
                    <a:pt x="8399620" y="347675"/>
                  </a:lnTo>
                  <a:lnTo>
                    <a:pt x="8294696" y="347675"/>
                  </a:lnTo>
                  <a:close/>
                  <a:moveTo>
                    <a:pt x="8253889" y="0"/>
                  </a:moveTo>
                  <a:lnTo>
                    <a:pt x="8358813" y="0"/>
                  </a:lnTo>
                  <a:lnTo>
                    <a:pt x="8194619" y="347675"/>
                  </a:lnTo>
                  <a:lnTo>
                    <a:pt x="8089695" y="347675"/>
                  </a:lnTo>
                  <a:close/>
                  <a:moveTo>
                    <a:pt x="8048888" y="0"/>
                  </a:moveTo>
                  <a:lnTo>
                    <a:pt x="8153812" y="0"/>
                  </a:lnTo>
                  <a:lnTo>
                    <a:pt x="7989618" y="347675"/>
                  </a:lnTo>
                  <a:lnTo>
                    <a:pt x="7884694" y="347675"/>
                  </a:lnTo>
                  <a:close/>
                  <a:moveTo>
                    <a:pt x="7843887" y="0"/>
                  </a:moveTo>
                  <a:lnTo>
                    <a:pt x="7948811" y="0"/>
                  </a:lnTo>
                  <a:lnTo>
                    <a:pt x="7784617" y="347675"/>
                  </a:lnTo>
                  <a:lnTo>
                    <a:pt x="7679693" y="347675"/>
                  </a:lnTo>
                  <a:close/>
                  <a:moveTo>
                    <a:pt x="7652677" y="0"/>
                  </a:moveTo>
                  <a:lnTo>
                    <a:pt x="7757601" y="0"/>
                  </a:lnTo>
                  <a:lnTo>
                    <a:pt x="7593407" y="347675"/>
                  </a:lnTo>
                  <a:lnTo>
                    <a:pt x="7488483" y="347675"/>
                  </a:lnTo>
                  <a:close/>
                  <a:moveTo>
                    <a:pt x="7447678" y="0"/>
                  </a:moveTo>
                  <a:lnTo>
                    <a:pt x="7552602" y="0"/>
                  </a:lnTo>
                  <a:lnTo>
                    <a:pt x="7388408" y="347675"/>
                  </a:lnTo>
                  <a:lnTo>
                    <a:pt x="7283484" y="347675"/>
                  </a:lnTo>
                  <a:close/>
                  <a:moveTo>
                    <a:pt x="7242677" y="0"/>
                  </a:moveTo>
                  <a:lnTo>
                    <a:pt x="7347601" y="0"/>
                  </a:lnTo>
                  <a:lnTo>
                    <a:pt x="7183407" y="347675"/>
                  </a:lnTo>
                  <a:lnTo>
                    <a:pt x="7078483" y="347675"/>
                  </a:lnTo>
                  <a:close/>
                  <a:moveTo>
                    <a:pt x="7037676" y="0"/>
                  </a:moveTo>
                  <a:lnTo>
                    <a:pt x="7142600" y="0"/>
                  </a:lnTo>
                  <a:lnTo>
                    <a:pt x="6978406" y="347675"/>
                  </a:lnTo>
                  <a:lnTo>
                    <a:pt x="6873482" y="347675"/>
                  </a:lnTo>
                  <a:close/>
                  <a:moveTo>
                    <a:pt x="6832675" y="0"/>
                  </a:moveTo>
                  <a:lnTo>
                    <a:pt x="6937599" y="0"/>
                  </a:lnTo>
                  <a:lnTo>
                    <a:pt x="6773405" y="347675"/>
                  </a:lnTo>
                  <a:lnTo>
                    <a:pt x="6668481" y="347675"/>
                  </a:lnTo>
                  <a:close/>
                  <a:moveTo>
                    <a:pt x="6627674" y="0"/>
                  </a:moveTo>
                  <a:lnTo>
                    <a:pt x="6732598" y="0"/>
                  </a:lnTo>
                  <a:lnTo>
                    <a:pt x="6568404" y="347675"/>
                  </a:lnTo>
                  <a:lnTo>
                    <a:pt x="6463480" y="347675"/>
                  </a:lnTo>
                  <a:close/>
                  <a:moveTo>
                    <a:pt x="6422673" y="0"/>
                  </a:moveTo>
                  <a:lnTo>
                    <a:pt x="6527597" y="0"/>
                  </a:lnTo>
                  <a:lnTo>
                    <a:pt x="6363403" y="347675"/>
                  </a:lnTo>
                  <a:lnTo>
                    <a:pt x="6258479" y="347675"/>
                  </a:lnTo>
                  <a:close/>
                  <a:moveTo>
                    <a:pt x="6217672" y="0"/>
                  </a:moveTo>
                  <a:lnTo>
                    <a:pt x="6322596" y="0"/>
                  </a:lnTo>
                  <a:lnTo>
                    <a:pt x="6158402" y="347675"/>
                  </a:lnTo>
                  <a:lnTo>
                    <a:pt x="6053478" y="347675"/>
                  </a:lnTo>
                  <a:close/>
                  <a:moveTo>
                    <a:pt x="6012672" y="0"/>
                  </a:moveTo>
                  <a:lnTo>
                    <a:pt x="6117596" y="0"/>
                  </a:lnTo>
                  <a:lnTo>
                    <a:pt x="5953402" y="347675"/>
                  </a:lnTo>
                  <a:lnTo>
                    <a:pt x="5848478" y="347675"/>
                  </a:lnTo>
                  <a:close/>
                  <a:moveTo>
                    <a:pt x="5807671" y="0"/>
                  </a:moveTo>
                  <a:lnTo>
                    <a:pt x="5912595" y="0"/>
                  </a:lnTo>
                  <a:lnTo>
                    <a:pt x="5748402" y="347675"/>
                  </a:lnTo>
                  <a:lnTo>
                    <a:pt x="5643479" y="347675"/>
                  </a:lnTo>
                  <a:close/>
                  <a:moveTo>
                    <a:pt x="5602671" y="0"/>
                  </a:moveTo>
                  <a:lnTo>
                    <a:pt x="5707595" y="0"/>
                  </a:lnTo>
                  <a:lnTo>
                    <a:pt x="5543402" y="347675"/>
                  </a:lnTo>
                  <a:lnTo>
                    <a:pt x="5438478" y="347675"/>
                  </a:lnTo>
                  <a:close/>
                  <a:moveTo>
                    <a:pt x="5411462" y="0"/>
                  </a:moveTo>
                  <a:lnTo>
                    <a:pt x="5516385" y="0"/>
                  </a:lnTo>
                  <a:lnTo>
                    <a:pt x="5352193" y="347675"/>
                  </a:lnTo>
                  <a:lnTo>
                    <a:pt x="5247268" y="347675"/>
                  </a:lnTo>
                  <a:close/>
                  <a:moveTo>
                    <a:pt x="5206463" y="0"/>
                  </a:moveTo>
                  <a:lnTo>
                    <a:pt x="5311388" y="0"/>
                  </a:lnTo>
                  <a:lnTo>
                    <a:pt x="5147194" y="347675"/>
                  </a:lnTo>
                  <a:lnTo>
                    <a:pt x="5042269" y="347675"/>
                  </a:lnTo>
                  <a:close/>
                  <a:moveTo>
                    <a:pt x="5001460" y="0"/>
                  </a:moveTo>
                  <a:lnTo>
                    <a:pt x="5106386" y="0"/>
                  </a:lnTo>
                  <a:lnTo>
                    <a:pt x="4942191" y="347675"/>
                  </a:lnTo>
                  <a:lnTo>
                    <a:pt x="4837267" y="347675"/>
                  </a:lnTo>
                  <a:close/>
                  <a:moveTo>
                    <a:pt x="4796461" y="0"/>
                  </a:moveTo>
                  <a:lnTo>
                    <a:pt x="4901383" y="0"/>
                  </a:lnTo>
                  <a:lnTo>
                    <a:pt x="4737191" y="347675"/>
                  </a:lnTo>
                  <a:lnTo>
                    <a:pt x="4632266" y="347675"/>
                  </a:lnTo>
                  <a:close/>
                  <a:moveTo>
                    <a:pt x="4591459" y="0"/>
                  </a:moveTo>
                  <a:lnTo>
                    <a:pt x="4696383" y="0"/>
                  </a:lnTo>
                  <a:lnTo>
                    <a:pt x="4532189" y="347675"/>
                  </a:lnTo>
                  <a:lnTo>
                    <a:pt x="4427265" y="347675"/>
                  </a:lnTo>
                  <a:close/>
                  <a:moveTo>
                    <a:pt x="4386457" y="0"/>
                  </a:moveTo>
                  <a:lnTo>
                    <a:pt x="4491381" y="0"/>
                  </a:lnTo>
                  <a:lnTo>
                    <a:pt x="4327188" y="347675"/>
                  </a:lnTo>
                  <a:lnTo>
                    <a:pt x="4222266" y="347675"/>
                  </a:lnTo>
                  <a:close/>
                  <a:moveTo>
                    <a:pt x="4181459" y="0"/>
                  </a:moveTo>
                  <a:lnTo>
                    <a:pt x="4286380" y="0"/>
                  </a:lnTo>
                  <a:lnTo>
                    <a:pt x="4122189" y="347675"/>
                  </a:lnTo>
                  <a:lnTo>
                    <a:pt x="4017265" y="347675"/>
                  </a:lnTo>
                  <a:close/>
                  <a:moveTo>
                    <a:pt x="3976457" y="0"/>
                  </a:moveTo>
                  <a:lnTo>
                    <a:pt x="4081381" y="0"/>
                  </a:lnTo>
                  <a:lnTo>
                    <a:pt x="3917187" y="347675"/>
                  </a:lnTo>
                  <a:lnTo>
                    <a:pt x="3812264" y="347675"/>
                  </a:lnTo>
                  <a:close/>
                  <a:moveTo>
                    <a:pt x="3771456" y="0"/>
                  </a:moveTo>
                  <a:lnTo>
                    <a:pt x="3876380" y="0"/>
                  </a:lnTo>
                  <a:lnTo>
                    <a:pt x="3712187" y="347675"/>
                  </a:lnTo>
                  <a:lnTo>
                    <a:pt x="3607263" y="347675"/>
                  </a:lnTo>
                  <a:close/>
                  <a:moveTo>
                    <a:pt x="3566456" y="0"/>
                  </a:moveTo>
                  <a:lnTo>
                    <a:pt x="3671379" y="0"/>
                  </a:lnTo>
                  <a:lnTo>
                    <a:pt x="3507186" y="347675"/>
                  </a:lnTo>
                  <a:lnTo>
                    <a:pt x="3402262" y="347675"/>
                  </a:lnTo>
                  <a:close/>
                  <a:moveTo>
                    <a:pt x="3361454" y="0"/>
                  </a:moveTo>
                  <a:lnTo>
                    <a:pt x="3466379" y="0"/>
                  </a:lnTo>
                  <a:lnTo>
                    <a:pt x="3302184" y="347675"/>
                  </a:lnTo>
                  <a:lnTo>
                    <a:pt x="3197260" y="347675"/>
                  </a:lnTo>
                  <a:close/>
                  <a:moveTo>
                    <a:pt x="3170244" y="0"/>
                  </a:moveTo>
                  <a:lnTo>
                    <a:pt x="3275168" y="0"/>
                  </a:lnTo>
                  <a:lnTo>
                    <a:pt x="3110974" y="347675"/>
                  </a:lnTo>
                  <a:lnTo>
                    <a:pt x="3006050" y="347675"/>
                  </a:lnTo>
                  <a:close/>
                  <a:moveTo>
                    <a:pt x="2965245" y="0"/>
                  </a:moveTo>
                  <a:lnTo>
                    <a:pt x="3070169" y="0"/>
                  </a:lnTo>
                  <a:lnTo>
                    <a:pt x="2905975" y="347675"/>
                  </a:lnTo>
                  <a:lnTo>
                    <a:pt x="2801051" y="347675"/>
                  </a:lnTo>
                  <a:close/>
                  <a:moveTo>
                    <a:pt x="2760244" y="0"/>
                  </a:moveTo>
                  <a:lnTo>
                    <a:pt x="2865168" y="0"/>
                  </a:lnTo>
                  <a:lnTo>
                    <a:pt x="2700973" y="347675"/>
                  </a:lnTo>
                  <a:lnTo>
                    <a:pt x="2596050" y="347675"/>
                  </a:lnTo>
                  <a:close/>
                  <a:moveTo>
                    <a:pt x="2555242" y="0"/>
                  </a:moveTo>
                  <a:lnTo>
                    <a:pt x="2660166" y="0"/>
                  </a:lnTo>
                  <a:lnTo>
                    <a:pt x="2495973" y="347675"/>
                  </a:lnTo>
                  <a:lnTo>
                    <a:pt x="2391049" y="347675"/>
                  </a:lnTo>
                  <a:close/>
                  <a:moveTo>
                    <a:pt x="2350242" y="0"/>
                  </a:moveTo>
                  <a:lnTo>
                    <a:pt x="2455165" y="0"/>
                  </a:lnTo>
                  <a:lnTo>
                    <a:pt x="2290972" y="347675"/>
                  </a:lnTo>
                  <a:lnTo>
                    <a:pt x="2186048" y="347675"/>
                  </a:lnTo>
                  <a:close/>
                  <a:moveTo>
                    <a:pt x="2145240" y="0"/>
                  </a:moveTo>
                  <a:lnTo>
                    <a:pt x="2250164" y="0"/>
                  </a:lnTo>
                  <a:lnTo>
                    <a:pt x="2085970" y="347675"/>
                  </a:lnTo>
                  <a:lnTo>
                    <a:pt x="1981046" y="347675"/>
                  </a:lnTo>
                  <a:close/>
                  <a:moveTo>
                    <a:pt x="1940238" y="0"/>
                  </a:moveTo>
                  <a:lnTo>
                    <a:pt x="2045162" y="0"/>
                  </a:lnTo>
                  <a:lnTo>
                    <a:pt x="1880969" y="347675"/>
                  </a:lnTo>
                  <a:lnTo>
                    <a:pt x="1776044" y="347675"/>
                  </a:lnTo>
                  <a:close/>
                  <a:moveTo>
                    <a:pt x="1735237" y="0"/>
                  </a:moveTo>
                  <a:lnTo>
                    <a:pt x="1840161" y="0"/>
                  </a:lnTo>
                  <a:lnTo>
                    <a:pt x="1675967" y="347675"/>
                  </a:lnTo>
                  <a:lnTo>
                    <a:pt x="1571043" y="347675"/>
                  </a:lnTo>
                  <a:close/>
                  <a:moveTo>
                    <a:pt x="1530236" y="0"/>
                  </a:moveTo>
                  <a:lnTo>
                    <a:pt x="1635160" y="0"/>
                  </a:lnTo>
                  <a:lnTo>
                    <a:pt x="1470966" y="347675"/>
                  </a:lnTo>
                  <a:lnTo>
                    <a:pt x="1366042" y="347675"/>
                  </a:lnTo>
                  <a:close/>
                  <a:moveTo>
                    <a:pt x="1325235" y="0"/>
                  </a:moveTo>
                  <a:lnTo>
                    <a:pt x="1430159" y="0"/>
                  </a:lnTo>
                  <a:lnTo>
                    <a:pt x="1265965" y="347675"/>
                  </a:lnTo>
                  <a:lnTo>
                    <a:pt x="1161041" y="347675"/>
                  </a:lnTo>
                  <a:close/>
                  <a:moveTo>
                    <a:pt x="1120234" y="0"/>
                  </a:moveTo>
                  <a:lnTo>
                    <a:pt x="1225158" y="0"/>
                  </a:lnTo>
                  <a:lnTo>
                    <a:pt x="1060964" y="347675"/>
                  </a:lnTo>
                  <a:lnTo>
                    <a:pt x="956040" y="347675"/>
                  </a:lnTo>
                  <a:close/>
                  <a:moveTo>
                    <a:pt x="929024" y="0"/>
                  </a:moveTo>
                  <a:lnTo>
                    <a:pt x="1033948" y="0"/>
                  </a:lnTo>
                  <a:lnTo>
                    <a:pt x="869754" y="347675"/>
                  </a:lnTo>
                  <a:lnTo>
                    <a:pt x="764830" y="347675"/>
                  </a:lnTo>
                  <a:close/>
                  <a:moveTo>
                    <a:pt x="737813" y="0"/>
                  </a:moveTo>
                  <a:lnTo>
                    <a:pt x="842738" y="0"/>
                  </a:lnTo>
                  <a:lnTo>
                    <a:pt x="678544" y="347675"/>
                  </a:lnTo>
                  <a:lnTo>
                    <a:pt x="573620" y="347675"/>
                  </a:lnTo>
                  <a:close/>
                  <a:moveTo>
                    <a:pt x="546603" y="0"/>
                  </a:moveTo>
                  <a:lnTo>
                    <a:pt x="651527" y="0"/>
                  </a:lnTo>
                  <a:lnTo>
                    <a:pt x="487333" y="347675"/>
                  </a:lnTo>
                  <a:lnTo>
                    <a:pt x="382409" y="347675"/>
                  </a:lnTo>
                  <a:close/>
                  <a:moveTo>
                    <a:pt x="355393" y="0"/>
                  </a:moveTo>
                  <a:lnTo>
                    <a:pt x="460317" y="0"/>
                  </a:lnTo>
                  <a:lnTo>
                    <a:pt x="296123" y="347675"/>
                  </a:lnTo>
                  <a:lnTo>
                    <a:pt x="191199" y="347675"/>
                  </a:lnTo>
                  <a:close/>
                  <a:moveTo>
                    <a:pt x="164194" y="0"/>
                  </a:moveTo>
                  <a:lnTo>
                    <a:pt x="269118" y="0"/>
                  </a:lnTo>
                  <a:lnTo>
                    <a:pt x="104924" y="347675"/>
                  </a:lnTo>
                  <a:lnTo>
                    <a:pt x="0" y="34767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EC16ACC1-A22B-48FF-BACF-3270AAB952DB}"/>
              </a:ext>
            </a:extLst>
          </p:cNvPr>
          <p:cNvSpPr/>
          <p:nvPr/>
        </p:nvSpPr>
        <p:spPr>
          <a:xfrm>
            <a:off x="3834063" y="2837516"/>
            <a:ext cx="256673" cy="25667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xmlns="" id="{BDC972DC-D3E9-4C37-8D02-C8676844CE31}"/>
              </a:ext>
            </a:extLst>
          </p:cNvPr>
          <p:cNvSpPr/>
          <p:nvPr/>
        </p:nvSpPr>
        <p:spPr>
          <a:xfrm>
            <a:off x="8101266" y="2842056"/>
            <a:ext cx="256673" cy="25667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419C0589-0803-4B21-946F-B53086A820B7}"/>
              </a:ext>
            </a:extLst>
          </p:cNvPr>
          <p:cNvGrpSpPr/>
          <p:nvPr/>
        </p:nvGrpSpPr>
        <p:grpSpPr>
          <a:xfrm>
            <a:off x="5769656" y="4440204"/>
            <a:ext cx="631143" cy="641293"/>
            <a:chOff x="9271661" y="927087"/>
            <a:chExt cx="1690381" cy="1717565"/>
          </a:xfrm>
          <a:solidFill>
            <a:schemeClr val="bg1"/>
          </a:solidFill>
        </p:grpSpPr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xmlns="" id="{9C94B01A-D249-4CD2-969F-EE234E61CB41}"/>
                </a:ext>
              </a:extLst>
            </p:cNvPr>
            <p:cNvSpPr/>
            <p:nvPr/>
          </p:nvSpPr>
          <p:spPr>
            <a:xfrm rot="2411044">
              <a:off x="9825722" y="927087"/>
              <a:ext cx="487932" cy="1717565"/>
            </a:xfrm>
            <a:custGeom>
              <a:avLst/>
              <a:gdLst>
                <a:gd name="connsiteX0" fmla="*/ 398295 w 480600"/>
                <a:gd name="connsiteY0" fmla="*/ 1046026 h 1345680"/>
                <a:gd name="connsiteX1" fmla="*/ 348313 w 480600"/>
                <a:gd name="connsiteY1" fmla="*/ 1015268 h 1345680"/>
                <a:gd name="connsiteX2" fmla="*/ 329088 w 480600"/>
                <a:gd name="connsiteY2" fmla="*/ 334738 h 1345680"/>
                <a:gd name="connsiteX3" fmla="*/ 379071 w 480600"/>
                <a:gd name="connsiteY3" fmla="*/ 303980 h 1345680"/>
                <a:gd name="connsiteX4" fmla="*/ 440588 w 480600"/>
                <a:gd name="connsiteY4" fmla="*/ 167489 h 1345680"/>
                <a:gd name="connsiteX5" fmla="*/ 430976 w 480600"/>
                <a:gd name="connsiteY5" fmla="*/ 109817 h 1345680"/>
                <a:gd name="connsiteX6" fmla="*/ 334856 w 480600"/>
                <a:gd name="connsiteY6" fmla="*/ 29076 h 1345680"/>
                <a:gd name="connsiteX7" fmla="*/ 309864 w 480600"/>
                <a:gd name="connsiteY7" fmla="*/ 54068 h 1345680"/>
                <a:gd name="connsiteX8" fmla="*/ 309864 w 480600"/>
                <a:gd name="connsiteY8" fmla="*/ 173256 h 1345680"/>
                <a:gd name="connsiteX9" fmla="*/ 271416 w 480600"/>
                <a:gd name="connsiteY9" fmla="*/ 211704 h 1345680"/>
                <a:gd name="connsiteX10" fmla="*/ 219512 w 480600"/>
                <a:gd name="connsiteY10" fmla="*/ 211704 h 1345680"/>
                <a:gd name="connsiteX11" fmla="*/ 181064 w 480600"/>
                <a:gd name="connsiteY11" fmla="*/ 173256 h 1345680"/>
                <a:gd name="connsiteX12" fmla="*/ 181064 w 480600"/>
                <a:gd name="connsiteY12" fmla="*/ 55990 h 1345680"/>
                <a:gd name="connsiteX13" fmla="*/ 156072 w 480600"/>
                <a:gd name="connsiteY13" fmla="*/ 30999 h 1345680"/>
                <a:gd name="connsiteX14" fmla="*/ 59952 w 480600"/>
                <a:gd name="connsiteY14" fmla="*/ 111740 h 1345680"/>
                <a:gd name="connsiteX15" fmla="*/ 50340 w 480600"/>
                <a:gd name="connsiteY15" fmla="*/ 169412 h 1345680"/>
                <a:gd name="connsiteX16" fmla="*/ 111857 w 480600"/>
                <a:gd name="connsiteY16" fmla="*/ 305902 h 1345680"/>
                <a:gd name="connsiteX17" fmla="*/ 161840 w 480600"/>
                <a:gd name="connsiteY17" fmla="*/ 336660 h 1345680"/>
                <a:gd name="connsiteX18" fmla="*/ 142616 w 480600"/>
                <a:gd name="connsiteY18" fmla="*/ 1017190 h 1345680"/>
                <a:gd name="connsiteX19" fmla="*/ 92633 w 480600"/>
                <a:gd name="connsiteY19" fmla="*/ 1047949 h 1345680"/>
                <a:gd name="connsiteX20" fmla="*/ 31116 w 480600"/>
                <a:gd name="connsiteY20" fmla="*/ 1184439 h 1345680"/>
                <a:gd name="connsiteX21" fmla="*/ 40728 w 480600"/>
                <a:gd name="connsiteY21" fmla="*/ 1242111 h 1345680"/>
                <a:gd name="connsiteX22" fmla="*/ 136848 w 480600"/>
                <a:gd name="connsiteY22" fmla="*/ 1322852 h 1345680"/>
                <a:gd name="connsiteX23" fmla="*/ 161840 w 480600"/>
                <a:gd name="connsiteY23" fmla="*/ 1297861 h 1345680"/>
                <a:gd name="connsiteX24" fmla="*/ 161840 w 480600"/>
                <a:gd name="connsiteY24" fmla="*/ 1178672 h 1345680"/>
                <a:gd name="connsiteX25" fmla="*/ 200288 w 480600"/>
                <a:gd name="connsiteY25" fmla="*/ 1140224 h 1345680"/>
                <a:gd name="connsiteX26" fmla="*/ 290640 w 480600"/>
                <a:gd name="connsiteY26" fmla="*/ 1140224 h 1345680"/>
                <a:gd name="connsiteX27" fmla="*/ 329088 w 480600"/>
                <a:gd name="connsiteY27" fmla="*/ 1178672 h 1345680"/>
                <a:gd name="connsiteX28" fmla="*/ 329088 w 480600"/>
                <a:gd name="connsiteY28" fmla="*/ 1297861 h 1345680"/>
                <a:gd name="connsiteX29" fmla="*/ 354080 w 480600"/>
                <a:gd name="connsiteY29" fmla="*/ 1322852 h 1345680"/>
                <a:gd name="connsiteX30" fmla="*/ 450200 w 480600"/>
                <a:gd name="connsiteY30" fmla="*/ 1242111 h 1345680"/>
                <a:gd name="connsiteX31" fmla="*/ 459812 w 480600"/>
                <a:gd name="connsiteY31" fmla="*/ 1184439 h 1345680"/>
                <a:gd name="connsiteX32" fmla="*/ 398295 w 480600"/>
                <a:gd name="connsiteY32" fmla="*/ 1046026 h 13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600" h="1345680">
                  <a:moveTo>
                    <a:pt x="398295" y="1046026"/>
                  </a:moveTo>
                  <a:lnTo>
                    <a:pt x="348313" y="1015268"/>
                  </a:lnTo>
                  <a:lnTo>
                    <a:pt x="329088" y="334738"/>
                  </a:lnTo>
                  <a:lnTo>
                    <a:pt x="379071" y="303980"/>
                  </a:lnTo>
                  <a:cubicBezTo>
                    <a:pt x="425209" y="275144"/>
                    <a:pt x="450200" y="221316"/>
                    <a:pt x="440588" y="167489"/>
                  </a:cubicBezTo>
                  <a:lnTo>
                    <a:pt x="430976" y="109817"/>
                  </a:lnTo>
                  <a:cubicBezTo>
                    <a:pt x="423286" y="63680"/>
                    <a:pt x="382916" y="29076"/>
                    <a:pt x="334856" y="29076"/>
                  </a:cubicBezTo>
                  <a:cubicBezTo>
                    <a:pt x="321399" y="29076"/>
                    <a:pt x="309864" y="40611"/>
                    <a:pt x="309864" y="54068"/>
                  </a:cubicBezTo>
                  <a:lnTo>
                    <a:pt x="309864" y="173256"/>
                  </a:lnTo>
                  <a:cubicBezTo>
                    <a:pt x="309864" y="194403"/>
                    <a:pt x="292563" y="211704"/>
                    <a:pt x="271416" y="211704"/>
                  </a:cubicBezTo>
                  <a:lnTo>
                    <a:pt x="219512" y="211704"/>
                  </a:lnTo>
                  <a:cubicBezTo>
                    <a:pt x="198365" y="211704"/>
                    <a:pt x="181064" y="194403"/>
                    <a:pt x="181064" y="173256"/>
                  </a:cubicBezTo>
                  <a:lnTo>
                    <a:pt x="181064" y="55990"/>
                  </a:lnTo>
                  <a:cubicBezTo>
                    <a:pt x="181064" y="42533"/>
                    <a:pt x="169529" y="30999"/>
                    <a:pt x="156072" y="30999"/>
                  </a:cubicBezTo>
                  <a:cubicBezTo>
                    <a:pt x="108012" y="30999"/>
                    <a:pt x="67642" y="65602"/>
                    <a:pt x="59952" y="111740"/>
                  </a:cubicBezTo>
                  <a:lnTo>
                    <a:pt x="50340" y="169412"/>
                  </a:lnTo>
                  <a:cubicBezTo>
                    <a:pt x="40728" y="223239"/>
                    <a:pt x="65720" y="277066"/>
                    <a:pt x="111857" y="305902"/>
                  </a:cubicBezTo>
                  <a:lnTo>
                    <a:pt x="161840" y="336660"/>
                  </a:lnTo>
                  <a:lnTo>
                    <a:pt x="142616" y="1017190"/>
                  </a:lnTo>
                  <a:lnTo>
                    <a:pt x="92633" y="1047949"/>
                  </a:lnTo>
                  <a:cubicBezTo>
                    <a:pt x="46496" y="1076785"/>
                    <a:pt x="21504" y="1130612"/>
                    <a:pt x="31116" y="1184439"/>
                  </a:cubicBezTo>
                  <a:lnTo>
                    <a:pt x="40728" y="1242111"/>
                  </a:lnTo>
                  <a:cubicBezTo>
                    <a:pt x="48418" y="1288249"/>
                    <a:pt x="88788" y="1322852"/>
                    <a:pt x="136848" y="1322852"/>
                  </a:cubicBezTo>
                  <a:cubicBezTo>
                    <a:pt x="150305" y="1322852"/>
                    <a:pt x="161840" y="1311317"/>
                    <a:pt x="161840" y="1297861"/>
                  </a:cubicBezTo>
                  <a:lnTo>
                    <a:pt x="161840" y="1178672"/>
                  </a:lnTo>
                  <a:cubicBezTo>
                    <a:pt x="161840" y="1157525"/>
                    <a:pt x="179141" y="1140224"/>
                    <a:pt x="200288" y="1140224"/>
                  </a:cubicBezTo>
                  <a:lnTo>
                    <a:pt x="290640" y="1140224"/>
                  </a:lnTo>
                  <a:cubicBezTo>
                    <a:pt x="311787" y="1140224"/>
                    <a:pt x="329088" y="1157525"/>
                    <a:pt x="329088" y="1178672"/>
                  </a:cubicBezTo>
                  <a:lnTo>
                    <a:pt x="329088" y="1297861"/>
                  </a:lnTo>
                  <a:cubicBezTo>
                    <a:pt x="329088" y="1311317"/>
                    <a:pt x="340623" y="1322852"/>
                    <a:pt x="354080" y="1322852"/>
                  </a:cubicBezTo>
                  <a:cubicBezTo>
                    <a:pt x="402140" y="1322852"/>
                    <a:pt x="442510" y="1288249"/>
                    <a:pt x="450200" y="1242111"/>
                  </a:cubicBezTo>
                  <a:lnTo>
                    <a:pt x="459812" y="1184439"/>
                  </a:lnTo>
                  <a:cubicBezTo>
                    <a:pt x="469424" y="1128689"/>
                    <a:pt x="446355" y="1074862"/>
                    <a:pt x="398295" y="1046026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xmlns="" id="{F843E5C4-49C1-449B-B6A0-27CA193314F2}"/>
                </a:ext>
              </a:extLst>
            </p:cNvPr>
            <p:cNvSpPr/>
            <p:nvPr/>
          </p:nvSpPr>
          <p:spPr>
            <a:xfrm rot="18712925">
              <a:off x="9675227" y="1020217"/>
              <a:ext cx="883249" cy="1690381"/>
            </a:xfrm>
            <a:custGeom>
              <a:avLst/>
              <a:gdLst>
                <a:gd name="connsiteX0" fmla="*/ 335181 w 883249"/>
                <a:gd name="connsiteY0" fmla="*/ 0 h 1563687"/>
                <a:gd name="connsiteX1" fmla="*/ 631293 w 883249"/>
                <a:gd name="connsiteY1" fmla="*/ 0 h 1563687"/>
                <a:gd name="connsiteX2" fmla="*/ 665062 w 883249"/>
                <a:gd name="connsiteY2" fmla="*/ 49352 h 1563687"/>
                <a:gd name="connsiteX3" fmla="*/ 717011 w 883249"/>
                <a:gd name="connsiteY3" fmla="*/ 49352 h 1563687"/>
                <a:gd name="connsiteX4" fmla="*/ 750778 w 883249"/>
                <a:gd name="connsiteY4" fmla="*/ 0 h 1563687"/>
                <a:gd name="connsiteX5" fmla="*/ 844287 w 883249"/>
                <a:gd name="connsiteY5" fmla="*/ 0 h 1563687"/>
                <a:gd name="connsiteX6" fmla="*/ 883249 w 883249"/>
                <a:gd name="connsiteY6" fmla="*/ 111692 h 1563687"/>
                <a:gd name="connsiteX7" fmla="*/ 844287 w 883249"/>
                <a:gd name="connsiteY7" fmla="*/ 223384 h 1563687"/>
                <a:gd name="connsiteX8" fmla="*/ 750778 w 883249"/>
                <a:gd name="connsiteY8" fmla="*/ 223384 h 1563687"/>
                <a:gd name="connsiteX9" fmla="*/ 750777 w 883249"/>
                <a:gd name="connsiteY9" fmla="*/ 223384 h 1563687"/>
                <a:gd name="connsiteX10" fmla="*/ 748180 w 883249"/>
                <a:gd name="connsiteY10" fmla="*/ 223384 h 1563687"/>
                <a:gd name="connsiteX11" fmla="*/ 714413 w 883249"/>
                <a:gd name="connsiteY11" fmla="*/ 174032 h 1563687"/>
                <a:gd name="connsiteX12" fmla="*/ 665062 w 883249"/>
                <a:gd name="connsiteY12" fmla="*/ 174032 h 1563687"/>
                <a:gd name="connsiteX13" fmla="*/ 659785 w 883249"/>
                <a:gd name="connsiteY13" fmla="*/ 200372 h 1563687"/>
                <a:gd name="connsiteX14" fmla="*/ 631293 w 883249"/>
                <a:gd name="connsiteY14" fmla="*/ 223384 h 1563687"/>
                <a:gd name="connsiteX15" fmla="*/ 532589 w 883249"/>
                <a:gd name="connsiteY15" fmla="*/ 223384 h 1563687"/>
                <a:gd name="connsiteX16" fmla="*/ 532589 w 883249"/>
                <a:gd name="connsiteY16" fmla="*/ 737686 h 1563687"/>
                <a:gd name="connsiteX17" fmla="*/ 529992 w 883249"/>
                <a:gd name="connsiteY17" fmla="*/ 737686 h 1563687"/>
                <a:gd name="connsiteX18" fmla="*/ 529992 w 883249"/>
                <a:gd name="connsiteY18" fmla="*/ 748076 h 1563687"/>
                <a:gd name="connsiteX19" fmla="*/ 558564 w 883249"/>
                <a:gd name="connsiteY19" fmla="*/ 781843 h 1563687"/>
                <a:gd name="connsiteX20" fmla="*/ 581942 w 883249"/>
                <a:gd name="connsiteY20" fmla="*/ 1355888 h 1563687"/>
                <a:gd name="connsiteX21" fmla="*/ 537784 w 883249"/>
                <a:gd name="connsiteY21" fmla="*/ 1501346 h 1563687"/>
                <a:gd name="connsiteX22" fmla="*/ 467652 w 883249"/>
                <a:gd name="connsiteY22" fmla="*/ 1563687 h 1563687"/>
                <a:gd name="connsiteX23" fmla="*/ 397520 w 883249"/>
                <a:gd name="connsiteY23" fmla="*/ 1501346 h 1563687"/>
                <a:gd name="connsiteX24" fmla="*/ 353363 w 883249"/>
                <a:gd name="connsiteY24" fmla="*/ 1355888 h 1563687"/>
                <a:gd name="connsiteX25" fmla="*/ 376740 w 883249"/>
                <a:gd name="connsiteY25" fmla="*/ 781843 h 1563687"/>
                <a:gd name="connsiteX26" fmla="*/ 405313 w 883249"/>
                <a:gd name="connsiteY26" fmla="*/ 748076 h 1563687"/>
                <a:gd name="connsiteX27" fmla="*/ 405313 w 883249"/>
                <a:gd name="connsiteY27" fmla="*/ 225982 h 1563687"/>
                <a:gd name="connsiteX28" fmla="*/ 332583 w 883249"/>
                <a:gd name="connsiteY28" fmla="*/ 225982 h 1563687"/>
                <a:gd name="connsiteX29" fmla="*/ 327389 w 883249"/>
                <a:gd name="connsiteY29" fmla="*/ 223384 h 1563687"/>
                <a:gd name="connsiteX30" fmla="*/ 114395 w 883249"/>
                <a:gd name="connsiteY30" fmla="*/ 238969 h 1563687"/>
                <a:gd name="connsiteX31" fmla="*/ 41665 w 883249"/>
                <a:gd name="connsiteY31" fmla="*/ 277932 h 1563687"/>
                <a:gd name="connsiteX32" fmla="*/ 28678 w 883249"/>
                <a:gd name="connsiteY32" fmla="*/ 280529 h 1563687"/>
                <a:gd name="connsiteX33" fmla="*/ 2703 w 883249"/>
                <a:gd name="connsiteY33" fmla="*/ 262346 h 1563687"/>
                <a:gd name="connsiteX34" fmla="*/ 430 w 883249"/>
                <a:gd name="connsiteY34" fmla="*/ 245788 h 1563687"/>
                <a:gd name="connsiteX35" fmla="*/ 711 w 883249"/>
                <a:gd name="connsiteY35" fmla="*/ 245238 h 1563687"/>
                <a:gd name="connsiteX36" fmla="*/ 430 w 883249"/>
                <a:gd name="connsiteY36" fmla="*/ 243190 h 1563687"/>
                <a:gd name="connsiteX37" fmla="*/ 7897 w 883249"/>
                <a:gd name="connsiteY37" fmla="*/ 228579 h 1563687"/>
                <a:gd name="connsiteX38" fmla="*/ 54653 w 883249"/>
                <a:gd name="connsiteY38" fmla="*/ 176630 h 1563687"/>
                <a:gd name="connsiteX39" fmla="*/ 335181 w 883249"/>
                <a:gd name="connsiteY39" fmla="*/ 0 h 1563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83249" h="1563687">
                  <a:moveTo>
                    <a:pt x="335181" y="0"/>
                  </a:moveTo>
                  <a:lnTo>
                    <a:pt x="631293" y="0"/>
                  </a:lnTo>
                  <a:cubicBezTo>
                    <a:pt x="646879" y="0"/>
                    <a:pt x="659866" y="5195"/>
                    <a:pt x="665062" y="49352"/>
                  </a:cubicBezTo>
                  <a:lnTo>
                    <a:pt x="717011" y="49352"/>
                  </a:lnTo>
                  <a:cubicBezTo>
                    <a:pt x="722205" y="5195"/>
                    <a:pt x="735193" y="0"/>
                    <a:pt x="750778" y="0"/>
                  </a:cubicBezTo>
                  <a:lnTo>
                    <a:pt x="844287" y="0"/>
                  </a:lnTo>
                  <a:cubicBezTo>
                    <a:pt x="865067" y="0"/>
                    <a:pt x="883249" y="36365"/>
                    <a:pt x="883249" y="111692"/>
                  </a:cubicBezTo>
                  <a:cubicBezTo>
                    <a:pt x="883249" y="187019"/>
                    <a:pt x="865067" y="223384"/>
                    <a:pt x="844287" y="223384"/>
                  </a:cubicBezTo>
                  <a:lnTo>
                    <a:pt x="750778" y="223384"/>
                  </a:lnTo>
                  <a:lnTo>
                    <a:pt x="750777" y="223384"/>
                  </a:lnTo>
                  <a:lnTo>
                    <a:pt x="748180" y="223384"/>
                  </a:lnTo>
                  <a:cubicBezTo>
                    <a:pt x="732596" y="223384"/>
                    <a:pt x="719608" y="218190"/>
                    <a:pt x="714413" y="174032"/>
                  </a:cubicBezTo>
                  <a:lnTo>
                    <a:pt x="665062" y="174032"/>
                  </a:lnTo>
                  <a:lnTo>
                    <a:pt x="659785" y="200372"/>
                  </a:lnTo>
                  <a:cubicBezTo>
                    <a:pt x="653210" y="220462"/>
                    <a:pt x="642982" y="223384"/>
                    <a:pt x="631293" y="223384"/>
                  </a:cubicBezTo>
                  <a:lnTo>
                    <a:pt x="532589" y="223384"/>
                  </a:lnTo>
                  <a:lnTo>
                    <a:pt x="532589" y="737686"/>
                  </a:lnTo>
                  <a:lnTo>
                    <a:pt x="529992" y="737686"/>
                  </a:lnTo>
                  <a:lnTo>
                    <a:pt x="529992" y="748076"/>
                  </a:lnTo>
                  <a:cubicBezTo>
                    <a:pt x="545576" y="750674"/>
                    <a:pt x="555967" y="763662"/>
                    <a:pt x="558564" y="781843"/>
                  </a:cubicBezTo>
                  <a:lnTo>
                    <a:pt x="581942" y="1355888"/>
                  </a:lnTo>
                  <a:cubicBezTo>
                    <a:pt x="584539" y="1410434"/>
                    <a:pt x="568954" y="1462384"/>
                    <a:pt x="537784" y="1501346"/>
                  </a:cubicBezTo>
                  <a:cubicBezTo>
                    <a:pt x="506614" y="1540309"/>
                    <a:pt x="514406" y="1563687"/>
                    <a:pt x="467652" y="1563687"/>
                  </a:cubicBezTo>
                  <a:cubicBezTo>
                    <a:pt x="420898" y="1563687"/>
                    <a:pt x="428690" y="1540309"/>
                    <a:pt x="397520" y="1501346"/>
                  </a:cubicBezTo>
                  <a:cubicBezTo>
                    <a:pt x="363753" y="1462384"/>
                    <a:pt x="348168" y="1407837"/>
                    <a:pt x="353363" y="1355888"/>
                  </a:cubicBezTo>
                  <a:lnTo>
                    <a:pt x="376740" y="781843"/>
                  </a:lnTo>
                  <a:cubicBezTo>
                    <a:pt x="376740" y="763662"/>
                    <a:pt x="389727" y="750674"/>
                    <a:pt x="405313" y="748076"/>
                  </a:cubicBezTo>
                  <a:lnTo>
                    <a:pt x="405313" y="225982"/>
                  </a:lnTo>
                  <a:lnTo>
                    <a:pt x="332583" y="225982"/>
                  </a:lnTo>
                  <a:lnTo>
                    <a:pt x="327389" y="223384"/>
                  </a:lnTo>
                  <a:cubicBezTo>
                    <a:pt x="241671" y="189617"/>
                    <a:pt x="197514" y="197409"/>
                    <a:pt x="114395" y="238969"/>
                  </a:cubicBezTo>
                  <a:lnTo>
                    <a:pt x="41665" y="277932"/>
                  </a:lnTo>
                  <a:cubicBezTo>
                    <a:pt x="39067" y="280529"/>
                    <a:pt x="33872" y="280529"/>
                    <a:pt x="28678" y="280529"/>
                  </a:cubicBezTo>
                  <a:cubicBezTo>
                    <a:pt x="18288" y="280529"/>
                    <a:pt x="7897" y="272737"/>
                    <a:pt x="2703" y="262346"/>
                  </a:cubicBezTo>
                  <a:cubicBezTo>
                    <a:pt x="106" y="257151"/>
                    <a:pt x="-544" y="251307"/>
                    <a:pt x="430" y="245788"/>
                  </a:cubicBezTo>
                  <a:lnTo>
                    <a:pt x="711" y="245238"/>
                  </a:lnTo>
                  <a:lnTo>
                    <a:pt x="430" y="243190"/>
                  </a:lnTo>
                  <a:cubicBezTo>
                    <a:pt x="1404" y="237670"/>
                    <a:pt x="4001" y="232475"/>
                    <a:pt x="7897" y="228579"/>
                  </a:cubicBezTo>
                  <a:lnTo>
                    <a:pt x="54653" y="176630"/>
                  </a:lnTo>
                  <a:cubicBezTo>
                    <a:pt x="145565" y="75327"/>
                    <a:pt x="207904" y="49352"/>
                    <a:pt x="335181" y="0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xmlns="" id="{201748BF-1257-4CF4-8700-879A3130C45B}"/>
              </a:ext>
            </a:extLst>
          </p:cNvPr>
          <p:cNvGrpSpPr/>
          <p:nvPr/>
        </p:nvGrpSpPr>
        <p:grpSpPr>
          <a:xfrm>
            <a:off x="1090963" y="6424158"/>
            <a:ext cx="569844" cy="274717"/>
            <a:chOff x="2633799" y="5558352"/>
            <a:chExt cx="1343686" cy="647780"/>
          </a:xfrm>
          <a:solidFill>
            <a:schemeClr val="accent6"/>
          </a:solidFill>
        </p:grpSpPr>
        <p:sp>
          <p:nvSpPr>
            <p:cNvPr id="208" name="Rectangle 129">
              <a:extLst>
                <a:ext uri="{FF2B5EF4-FFF2-40B4-BE49-F238E27FC236}">
                  <a16:creationId xmlns:a16="http://schemas.microsoft.com/office/drawing/2014/main" xmlns="" id="{FCEFB22B-DE97-4828-9207-6EC4D3F3A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799" y="5910921"/>
              <a:ext cx="644269" cy="2952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Rectangle 129">
              <a:extLst>
                <a:ext uri="{FF2B5EF4-FFF2-40B4-BE49-F238E27FC236}">
                  <a16:creationId xmlns:a16="http://schemas.microsoft.com/office/drawing/2014/main" xmlns="" id="{4872C328-D2A7-4786-A7DD-BA0EB89D0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944" y="5910921"/>
              <a:ext cx="644269" cy="2952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Rectangle 129">
              <a:extLst>
                <a:ext uri="{FF2B5EF4-FFF2-40B4-BE49-F238E27FC236}">
                  <a16:creationId xmlns:a16="http://schemas.microsoft.com/office/drawing/2014/main" xmlns="" id="{7FDDE72A-1796-4C88-B460-D1533009A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071" y="5558352"/>
              <a:ext cx="644269" cy="2952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Rectangle 129">
              <a:extLst>
                <a:ext uri="{FF2B5EF4-FFF2-40B4-BE49-F238E27FC236}">
                  <a16:creationId xmlns:a16="http://schemas.microsoft.com/office/drawing/2014/main" xmlns="" id="{0E910020-B8A6-478E-A7A8-0A2E246F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216" y="5558352"/>
              <a:ext cx="644269" cy="2952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xmlns="" id="{3DD55919-9F02-45EA-8F4C-729A51F50631}"/>
              </a:ext>
            </a:extLst>
          </p:cNvPr>
          <p:cNvGrpSpPr/>
          <p:nvPr/>
        </p:nvGrpSpPr>
        <p:grpSpPr>
          <a:xfrm>
            <a:off x="1705970" y="6423443"/>
            <a:ext cx="568880" cy="274717"/>
            <a:chOff x="2633799" y="5558352"/>
            <a:chExt cx="1341414" cy="647780"/>
          </a:xfrm>
          <a:solidFill>
            <a:schemeClr val="accent6"/>
          </a:solidFill>
        </p:grpSpPr>
        <p:sp>
          <p:nvSpPr>
            <p:cNvPr id="213" name="Rectangle 129">
              <a:extLst>
                <a:ext uri="{FF2B5EF4-FFF2-40B4-BE49-F238E27FC236}">
                  <a16:creationId xmlns:a16="http://schemas.microsoft.com/office/drawing/2014/main" xmlns="" id="{FAF3C75F-ECFC-45D9-9D35-899FC7EF1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799" y="5910921"/>
              <a:ext cx="644269" cy="2952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Rectangle 129">
              <a:extLst>
                <a:ext uri="{FF2B5EF4-FFF2-40B4-BE49-F238E27FC236}">
                  <a16:creationId xmlns:a16="http://schemas.microsoft.com/office/drawing/2014/main" xmlns="" id="{A5B358F7-A6DF-4234-941D-40C5C472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944" y="5910921"/>
              <a:ext cx="644269" cy="2952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Rectangle 129">
              <a:extLst>
                <a:ext uri="{FF2B5EF4-FFF2-40B4-BE49-F238E27FC236}">
                  <a16:creationId xmlns:a16="http://schemas.microsoft.com/office/drawing/2014/main" xmlns="" id="{6BA38982-A80F-4404-8AF9-742E68A83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071" y="5558352"/>
              <a:ext cx="644269" cy="2952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3277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267" y="689802"/>
            <a:ext cx="1156546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 err="1"/>
              <a:t>Berikut</a:t>
            </a:r>
            <a:r>
              <a:rPr lang="en-US" sz="1300" dirty="0"/>
              <a:t> </a:t>
            </a:r>
            <a:r>
              <a:rPr lang="en-US" sz="1300" dirty="0" err="1"/>
              <a:t>adalah</a:t>
            </a:r>
            <a:r>
              <a:rPr lang="en-US" sz="1300" dirty="0"/>
              <a:t> data </a:t>
            </a:r>
            <a:r>
              <a:rPr lang="en-US" sz="1300" dirty="0" err="1"/>
              <a:t>harga</a:t>
            </a:r>
            <a:r>
              <a:rPr lang="en-US" sz="1300" dirty="0"/>
              <a:t>, </a:t>
            </a:r>
            <a:r>
              <a:rPr lang="en-US" sz="1300" dirty="0" err="1"/>
              <a:t>biaya</a:t>
            </a:r>
            <a:r>
              <a:rPr lang="en-US" sz="1300" dirty="0"/>
              <a:t> </a:t>
            </a:r>
            <a:r>
              <a:rPr lang="en-US" sz="1300" dirty="0" err="1"/>
              <a:t>pemesanan</a:t>
            </a:r>
            <a:r>
              <a:rPr lang="en-US" sz="1300" dirty="0"/>
              <a:t>, </a:t>
            </a:r>
            <a:r>
              <a:rPr lang="en-US" sz="1300" dirty="0" err="1"/>
              <a:t>dan</a:t>
            </a:r>
            <a:r>
              <a:rPr lang="en-US" sz="1300" dirty="0"/>
              <a:t> </a:t>
            </a:r>
            <a:r>
              <a:rPr lang="en-US" sz="1300" dirty="0" err="1" smtClean="0"/>
              <a:t>biaya</a:t>
            </a:r>
            <a:r>
              <a:rPr lang="en-US" sz="1300" dirty="0" smtClean="0"/>
              <a:t> </a:t>
            </a:r>
            <a:r>
              <a:rPr lang="en-US" sz="1300" dirty="0" err="1" smtClean="0"/>
              <a:t>penyimpanan</a:t>
            </a:r>
            <a:r>
              <a:rPr lang="en-US" sz="1300" dirty="0" smtClean="0"/>
              <a:t> </a:t>
            </a:r>
            <a:r>
              <a:rPr lang="en-US" sz="1300" dirty="0" err="1"/>
              <a:t>untuk</a:t>
            </a:r>
            <a:r>
              <a:rPr lang="en-US" sz="1300" dirty="0"/>
              <a:t> </a:t>
            </a:r>
            <a:r>
              <a:rPr lang="en-US" sz="1300" dirty="0" err="1"/>
              <a:t>bahan</a:t>
            </a:r>
            <a:r>
              <a:rPr lang="en-US" sz="1300" dirty="0"/>
              <a:t> </a:t>
            </a:r>
            <a:r>
              <a:rPr lang="en-US" sz="1300" dirty="0" err="1"/>
              <a:t>baku</a:t>
            </a:r>
            <a:r>
              <a:rPr lang="en-US" sz="1300" dirty="0"/>
              <a:t> </a:t>
            </a:r>
            <a:r>
              <a:rPr lang="en-US" sz="1300" dirty="0" err="1"/>
              <a:t>asam</a:t>
            </a:r>
            <a:r>
              <a:rPr lang="en-US" sz="1300" dirty="0"/>
              <a:t> </a:t>
            </a:r>
            <a:r>
              <a:rPr lang="en-US" sz="1300" i="1" dirty="0" err="1"/>
              <a:t>phospat</a:t>
            </a:r>
            <a:r>
              <a:rPr lang="en-US" sz="1300" i="1" dirty="0"/>
              <a:t> </a:t>
            </a:r>
            <a:r>
              <a:rPr lang="en-US" sz="1300" dirty="0" err="1"/>
              <a:t>pada</a:t>
            </a:r>
            <a:r>
              <a:rPr lang="en-US" sz="1300" dirty="0"/>
              <a:t> </a:t>
            </a:r>
            <a:r>
              <a:rPr lang="en-US" sz="1300" dirty="0" smtClean="0"/>
              <a:t>PT. </a:t>
            </a:r>
            <a:r>
              <a:rPr lang="en-US" sz="1300" dirty="0" err="1" smtClean="0"/>
              <a:t>Samudra</a:t>
            </a:r>
            <a:r>
              <a:rPr lang="en-US" sz="1300" dirty="0" smtClean="0"/>
              <a:t> </a:t>
            </a:r>
            <a:r>
              <a:rPr lang="en-US" sz="1300" dirty="0" err="1"/>
              <a:t>Biru</a:t>
            </a:r>
            <a:r>
              <a:rPr lang="en-US" sz="1300" dirty="0"/>
              <a:t> </a:t>
            </a:r>
            <a:r>
              <a:rPr lang="en-US" sz="1300" dirty="0" err="1"/>
              <a:t>periode</a:t>
            </a:r>
            <a:r>
              <a:rPr lang="en-US" sz="1300" dirty="0"/>
              <a:t> </a:t>
            </a:r>
            <a:r>
              <a:rPr lang="en-US" sz="1300" dirty="0" smtClean="0"/>
              <a:t>2022-2024:</a:t>
            </a:r>
            <a:endParaRPr lang="en-US" sz="13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085256"/>
              </p:ext>
            </p:extLst>
          </p:nvPr>
        </p:nvGraphicFramePr>
        <p:xfrm>
          <a:off x="152399" y="1075266"/>
          <a:ext cx="10007600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934"/>
                <a:gridCol w="694266"/>
                <a:gridCol w="931334"/>
                <a:gridCol w="1100666"/>
                <a:gridCol w="1286934"/>
                <a:gridCol w="1270000"/>
                <a:gridCol w="1075266"/>
                <a:gridCol w="1075267"/>
                <a:gridCol w="1058333"/>
                <a:gridCol w="990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Tahun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Harga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Biaya</a:t>
                      </a:r>
                      <a:endParaRPr lang="en-US" sz="1200" b="1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Pemesanan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Prosentase</a:t>
                      </a:r>
                      <a:endParaRPr lang="en-US" sz="1200" b="1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Pemesanan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Biaya</a:t>
                      </a:r>
                      <a:endParaRPr lang="en-US" sz="1200" b="1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Penyimpanan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Pembelian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Frekuensi</a:t>
                      </a:r>
                      <a:endParaRPr lang="en-US" sz="1200" b="1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Pembelian</a:t>
                      </a:r>
                      <a:r>
                        <a:rPr lang="en-US" sz="12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per</a:t>
                      </a:r>
                    </a:p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tahun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Pemakaian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Rata-rata</a:t>
                      </a:r>
                    </a:p>
                    <a:p>
                      <a:r>
                        <a:rPr lang="en-US" sz="12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</a:p>
                    <a:p>
                      <a:r>
                        <a:rPr lang="en-US" sz="1200" b="1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Spesifik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2022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13.188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613.431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197,82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74.795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75,278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7087.5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12.375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625.095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185,625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41.825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40,577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7350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2024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13.475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646.604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202,125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33.901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27,755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3.701,25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2400" y="3130477"/>
            <a:ext cx="1004146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Hitunglah</a:t>
            </a:r>
            <a:r>
              <a:rPr lang="en-US" sz="1400" b="1" dirty="0"/>
              <a:t>:</a:t>
            </a:r>
          </a:p>
          <a:p>
            <a:r>
              <a:rPr lang="en-US" sz="1400" dirty="0"/>
              <a:t>1. </a:t>
            </a:r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pemesanan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penyimpanan</a:t>
            </a:r>
            <a:r>
              <a:rPr lang="en-US" sz="1400" dirty="0"/>
              <a:t> </a:t>
            </a:r>
            <a:r>
              <a:rPr lang="en-US" sz="1400" dirty="0" err="1"/>
              <a:t>bahan</a:t>
            </a:r>
            <a:r>
              <a:rPr lang="en-US" sz="1400" dirty="0"/>
              <a:t> </a:t>
            </a:r>
            <a:r>
              <a:rPr lang="en-US" sz="1400" dirty="0" err="1" smtClean="0"/>
              <a:t>baku</a:t>
            </a:r>
            <a:r>
              <a:rPr lang="en-US" sz="1400" dirty="0" smtClean="0"/>
              <a:t> </a:t>
            </a:r>
            <a:r>
              <a:rPr lang="en-US" sz="1400" dirty="0" err="1" smtClean="0"/>
              <a:t>berdasarkan</a:t>
            </a:r>
            <a:r>
              <a:rPr lang="en-US" sz="1400" dirty="0" smtClean="0"/>
              <a:t> </a:t>
            </a:r>
            <a:r>
              <a:rPr lang="en-US" sz="1400" dirty="0" err="1"/>
              <a:t>kebijakan</a:t>
            </a:r>
            <a:r>
              <a:rPr lang="en-US" sz="1400" dirty="0"/>
              <a:t> </a:t>
            </a:r>
            <a:r>
              <a:rPr lang="en-US" sz="1400" dirty="0" err="1"/>
              <a:t>perusahaan</a:t>
            </a:r>
            <a:r>
              <a:rPr lang="en-US" sz="1400" dirty="0"/>
              <a:t>.</a:t>
            </a:r>
          </a:p>
          <a:p>
            <a:r>
              <a:rPr lang="en-US" sz="1400" dirty="0"/>
              <a:t>a. </a:t>
            </a:r>
            <a:r>
              <a:rPr lang="en-US" sz="1400" dirty="0" err="1"/>
              <a:t>Kuantitas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frekuensi</a:t>
            </a:r>
            <a:r>
              <a:rPr lang="en-US" sz="1400" dirty="0"/>
              <a:t> </a:t>
            </a:r>
            <a:r>
              <a:rPr lang="en-US" sz="1400" dirty="0" err="1"/>
              <a:t>pembelian</a:t>
            </a:r>
            <a:r>
              <a:rPr lang="en-US" sz="1400" dirty="0"/>
              <a:t> </a:t>
            </a:r>
            <a:r>
              <a:rPr lang="en-US" sz="1400" dirty="0" err="1"/>
              <a:t>bahan</a:t>
            </a:r>
            <a:r>
              <a:rPr lang="en-US" sz="1400" dirty="0"/>
              <a:t> </a:t>
            </a:r>
            <a:r>
              <a:rPr lang="en-US" sz="1400" dirty="0" err="1"/>
              <a:t>baku</a:t>
            </a:r>
            <a:r>
              <a:rPr lang="en-US" sz="1400" dirty="0"/>
              <a:t> </a:t>
            </a:r>
            <a:r>
              <a:rPr lang="en-US" sz="1400" dirty="0" err="1" smtClean="0"/>
              <a:t>selama</a:t>
            </a:r>
            <a:r>
              <a:rPr lang="en-US" sz="1400" dirty="0" smtClean="0"/>
              <a:t> </a:t>
            </a:r>
            <a:r>
              <a:rPr lang="en-US" sz="1400" dirty="0" err="1" smtClean="0"/>
              <a:t>satu</a:t>
            </a:r>
            <a:r>
              <a:rPr lang="en-US" sz="1400" dirty="0" smtClean="0"/>
              <a:t> </a:t>
            </a:r>
            <a:r>
              <a:rPr lang="en-US" sz="1400" dirty="0" err="1"/>
              <a:t>tahun</a:t>
            </a:r>
            <a:r>
              <a:rPr lang="en-US" sz="1400" dirty="0"/>
              <a:t>.</a:t>
            </a:r>
          </a:p>
          <a:p>
            <a:r>
              <a:rPr lang="sv-SE" sz="1400" dirty="0"/>
              <a:t>b. Biaya pemesanan bahan baku.</a:t>
            </a:r>
          </a:p>
          <a:p>
            <a:r>
              <a:rPr lang="en-US" sz="1400" dirty="0"/>
              <a:t>c. </a:t>
            </a:r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penyimpanan</a:t>
            </a:r>
            <a:r>
              <a:rPr lang="en-US" sz="1400" dirty="0"/>
              <a:t> </a:t>
            </a:r>
            <a:r>
              <a:rPr lang="en-US" sz="1400" dirty="0" err="1"/>
              <a:t>bahan</a:t>
            </a:r>
            <a:r>
              <a:rPr lang="en-US" sz="1400" dirty="0"/>
              <a:t> </a:t>
            </a:r>
            <a:r>
              <a:rPr lang="en-US" sz="1400" dirty="0" err="1"/>
              <a:t>baku</a:t>
            </a:r>
            <a:r>
              <a:rPr lang="en-US" sz="1400" dirty="0"/>
              <a:t>.</a:t>
            </a:r>
          </a:p>
          <a:p>
            <a:r>
              <a:rPr lang="es-ES" sz="1400" dirty="0"/>
              <a:t>d. Total </a:t>
            </a:r>
            <a:r>
              <a:rPr lang="es-ES" sz="1400" dirty="0" err="1"/>
              <a:t>biaya</a:t>
            </a:r>
            <a:r>
              <a:rPr lang="es-ES" sz="1400" dirty="0"/>
              <a:t> (TC) </a:t>
            </a:r>
            <a:r>
              <a:rPr lang="es-ES" sz="1400" dirty="0" err="1"/>
              <a:t>bahan</a:t>
            </a:r>
            <a:r>
              <a:rPr lang="es-ES" sz="1400" dirty="0"/>
              <a:t> </a:t>
            </a:r>
            <a:r>
              <a:rPr lang="es-ES" sz="1400" dirty="0" err="1" smtClean="0"/>
              <a:t>baku</a:t>
            </a:r>
            <a:endParaRPr lang="es-ES" sz="1400" dirty="0" smtClean="0"/>
          </a:p>
          <a:p>
            <a:endParaRPr lang="es-ES" sz="1400" dirty="0"/>
          </a:p>
          <a:p>
            <a:r>
              <a:rPr lang="en-US" sz="1400" dirty="0"/>
              <a:t>2. </a:t>
            </a:r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pemesanan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penyimpanan</a:t>
            </a:r>
            <a:r>
              <a:rPr lang="en-US" sz="1400" dirty="0"/>
              <a:t> </a:t>
            </a:r>
            <a:r>
              <a:rPr lang="en-US" sz="1400" dirty="0" err="1"/>
              <a:t>bahan</a:t>
            </a:r>
            <a:r>
              <a:rPr lang="en-US" sz="1400" dirty="0"/>
              <a:t> </a:t>
            </a:r>
            <a:r>
              <a:rPr lang="en-US" sz="1400" dirty="0" err="1" smtClean="0"/>
              <a:t>baku</a:t>
            </a:r>
            <a:r>
              <a:rPr lang="en-US" sz="1400" dirty="0" smtClean="0"/>
              <a:t> </a:t>
            </a:r>
            <a:r>
              <a:rPr lang="en-US" sz="1400" dirty="0" err="1" smtClean="0"/>
              <a:t>berdasarkan</a:t>
            </a:r>
            <a:r>
              <a:rPr lang="en-US" sz="1400" dirty="0" smtClean="0"/>
              <a:t> </a:t>
            </a:r>
            <a:r>
              <a:rPr lang="en-US" sz="1400" dirty="0" err="1"/>
              <a:t>kebijakan</a:t>
            </a:r>
            <a:r>
              <a:rPr lang="en-US" sz="1400" dirty="0"/>
              <a:t> </a:t>
            </a:r>
            <a:r>
              <a:rPr lang="en-US" sz="1400" dirty="0" err="1"/>
              <a:t>perusahaan</a:t>
            </a:r>
            <a:r>
              <a:rPr lang="en-US" sz="1400" dirty="0"/>
              <a:t>.</a:t>
            </a:r>
          </a:p>
          <a:p>
            <a:r>
              <a:rPr lang="pt-BR" sz="1400" dirty="0"/>
              <a:t>a. Kuantitas pembelian pada biaya minimum dalam unit.</a:t>
            </a:r>
          </a:p>
          <a:p>
            <a:r>
              <a:rPr lang="en-US" sz="1400" dirty="0"/>
              <a:t>b. Total </a:t>
            </a:r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tahunan</a:t>
            </a:r>
            <a:r>
              <a:rPr lang="en-US" sz="1400" dirty="0"/>
              <a:t> yang minimum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EOQ</a:t>
            </a:r>
          </a:p>
          <a:p>
            <a:r>
              <a:rPr lang="en-US" sz="1400" dirty="0"/>
              <a:t>c. </a:t>
            </a:r>
            <a:r>
              <a:rPr lang="en-US" sz="1400" dirty="0" err="1"/>
              <a:t>Jumlah</a:t>
            </a:r>
            <a:r>
              <a:rPr lang="en-US" sz="1400" dirty="0"/>
              <a:t> </a:t>
            </a:r>
            <a:r>
              <a:rPr lang="en-US" sz="1400" dirty="0" err="1"/>
              <a:t>pengiriman</a:t>
            </a:r>
            <a:r>
              <a:rPr lang="en-US" sz="1400" dirty="0"/>
              <a:t> optimal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kali </a:t>
            </a:r>
            <a:r>
              <a:rPr lang="en-US" sz="1400" dirty="0" err="1"/>
              <a:t>pesan</a:t>
            </a:r>
            <a:endParaRPr lang="en-US" sz="1400" dirty="0"/>
          </a:p>
          <a:p>
            <a:r>
              <a:rPr lang="en-US" sz="1400" dirty="0"/>
              <a:t>d. </a:t>
            </a:r>
            <a:r>
              <a:rPr lang="en-US" sz="1400" dirty="0" err="1"/>
              <a:t>Kuantitas</a:t>
            </a:r>
            <a:r>
              <a:rPr lang="en-US" sz="1400" dirty="0"/>
              <a:t> </a:t>
            </a:r>
            <a:r>
              <a:rPr lang="en-US" sz="1400" dirty="0" err="1"/>
              <a:t>pesanan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kali </a:t>
            </a:r>
            <a:r>
              <a:rPr lang="en-US" sz="1400" dirty="0" err="1"/>
              <a:t>pesan</a:t>
            </a:r>
            <a:r>
              <a:rPr lang="en-US" sz="1400" dirty="0"/>
              <a:t>.</a:t>
            </a:r>
          </a:p>
          <a:p>
            <a:r>
              <a:rPr lang="en-US" sz="1400" dirty="0"/>
              <a:t>e. </a:t>
            </a:r>
            <a:r>
              <a:rPr lang="en-US" sz="1400" dirty="0" err="1"/>
              <a:t>Kuantitas</a:t>
            </a:r>
            <a:r>
              <a:rPr lang="en-US" sz="1400" dirty="0"/>
              <a:t> </a:t>
            </a:r>
            <a:r>
              <a:rPr lang="en-US" sz="1400" dirty="0" err="1"/>
              <a:t>pengiriman</a:t>
            </a:r>
            <a:r>
              <a:rPr lang="en-US" sz="1400" dirty="0"/>
              <a:t> yang optimal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</a:t>
            </a:r>
            <a:r>
              <a:rPr lang="en-US" sz="1400" dirty="0" smtClean="0"/>
              <a:t>kali </a:t>
            </a:r>
            <a:r>
              <a:rPr lang="en-US" sz="1400" dirty="0" err="1" smtClean="0"/>
              <a:t>pengiriman</a:t>
            </a:r>
            <a:r>
              <a:rPr lang="en-US" sz="1400" dirty="0"/>
              <a:t>.</a:t>
            </a:r>
          </a:p>
          <a:p>
            <a:r>
              <a:rPr lang="sv-SE" sz="1400" dirty="0"/>
              <a:t>f. Frekuensi pembelian bahan baku dengan metode </a:t>
            </a:r>
            <a:r>
              <a:rPr lang="sv-SE" sz="1400" i="1" dirty="0" smtClean="0"/>
              <a:t>just </a:t>
            </a:r>
            <a:r>
              <a:rPr lang="en-US" sz="1400" i="1" dirty="0" smtClean="0"/>
              <a:t>in </a:t>
            </a:r>
            <a:r>
              <a:rPr lang="en-US" sz="1400" i="1" dirty="0"/>
              <a:t>time.</a:t>
            </a:r>
          </a:p>
          <a:p>
            <a:r>
              <a:rPr lang="en-US" sz="1400" dirty="0"/>
              <a:t>g. Total </a:t>
            </a:r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persediaan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</a:t>
            </a:r>
            <a:r>
              <a:rPr lang="en-US" sz="1400" i="1" dirty="0"/>
              <a:t>just in time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7854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xmlns="" id="{06B764DB-1C88-4894-B6E9-17AD94BD0F9D}"/>
              </a:ext>
            </a:extLst>
          </p:cNvPr>
          <p:cNvSpPr>
            <a:spLocks/>
          </p:cNvSpPr>
          <p:nvPr/>
        </p:nvSpPr>
        <p:spPr bwMode="auto">
          <a:xfrm>
            <a:off x="8399666" y="6145526"/>
            <a:ext cx="3792334" cy="603983"/>
          </a:xfrm>
          <a:custGeom>
            <a:avLst/>
            <a:gdLst>
              <a:gd name="connsiteX0" fmla="*/ 5307865 w 12192148"/>
              <a:gd name="connsiteY0" fmla="*/ 0 h 1941773"/>
              <a:gd name="connsiteX1" fmla="*/ 5817217 w 12192148"/>
              <a:gd name="connsiteY1" fmla="*/ 0 h 1941773"/>
              <a:gd name="connsiteX2" fmla="*/ 5817217 w 12192148"/>
              <a:gd name="connsiteY2" fmla="*/ 697113 h 1941773"/>
              <a:gd name="connsiteX3" fmla="*/ 6190042 w 12192148"/>
              <a:gd name="connsiteY3" fmla="*/ 697113 h 1941773"/>
              <a:gd name="connsiteX4" fmla="*/ 6190042 w 12192148"/>
              <a:gd name="connsiteY4" fmla="*/ 1325570 h 1941773"/>
              <a:gd name="connsiteX5" fmla="*/ 6489353 w 12192148"/>
              <a:gd name="connsiteY5" fmla="*/ 1325570 h 1941773"/>
              <a:gd name="connsiteX6" fmla="*/ 6489353 w 12192148"/>
              <a:gd name="connsiteY6" fmla="*/ 1114324 h 1941773"/>
              <a:gd name="connsiteX7" fmla="*/ 6898935 w 12192148"/>
              <a:gd name="connsiteY7" fmla="*/ 1114324 h 1941773"/>
              <a:gd name="connsiteX8" fmla="*/ 6898935 w 12192148"/>
              <a:gd name="connsiteY8" fmla="*/ 348556 h 1941773"/>
              <a:gd name="connsiteX9" fmla="*/ 7219249 w 12192148"/>
              <a:gd name="connsiteY9" fmla="*/ 348556 h 1941773"/>
              <a:gd name="connsiteX10" fmla="*/ 7219249 w 12192148"/>
              <a:gd name="connsiteY10" fmla="*/ 1093199 h 1941773"/>
              <a:gd name="connsiteX11" fmla="*/ 7413539 w 12192148"/>
              <a:gd name="connsiteY11" fmla="*/ 1093199 h 1941773"/>
              <a:gd name="connsiteX12" fmla="*/ 7413539 w 12192148"/>
              <a:gd name="connsiteY12" fmla="*/ 517553 h 1941773"/>
              <a:gd name="connsiteX13" fmla="*/ 7875631 w 12192148"/>
              <a:gd name="connsiteY13" fmla="*/ 517553 h 1941773"/>
              <a:gd name="connsiteX14" fmla="*/ 7875631 w 12192148"/>
              <a:gd name="connsiteY14" fmla="*/ 1103761 h 1941773"/>
              <a:gd name="connsiteX15" fmla="*/ 8342975 w 12192148"/>
              <a:gd name="connsiteY15" fmla="*/ 1103761 h 1941773"/>
              <a:gd name="connsiteX16" fmla="*/ 8342975 w 12192148"/>
              <a:gd name="connsiteY16" fmla="*/ 739362 h 1941773"/>
              <a:gd name="connsiteX17" fmla="*/ 8852328 w 12192148"/>
              <a:gd name="connsiteY17" fmla="*/ 739362 h 1941773"/>
              <a:gd name="connsiteX18" fmla="*/ 8852328 w 12192148"/>
              <a:gd name="connsiteY18" fmla="*/ 1093199 h 1941773"/>
              <a:gd name="connsiteX19" fmla="*/ 9240906 w 12192148"/>
              <a:gd name="connsiteY19" fmla="*/ 1093199 h 1941773"/>
              <a:gd name="connsiteX20" fmla="*/ 9240906 w 12192148"/>
              <a:gd name="connsiteY20" fmla="*/ 924202 h 1941773"/>
              <a:gd name="connsiteX21" fmla="*/ 9503459 w 12192148"/>
              <a:gd name="connsiteY21" fmla="*/ 929483 h 1941773"/>
              <a:gd name="connsiteX22" fmla="*/ 9503459 w 12192148"/>
              <a:gd name="connsiteY22" fmla="*/ 781611 h 1941773"/>
              <a:gd name="connsiteX23" fmla="*/ 9771263 w 12192148"/>
              <a:gd name="connsiteY23" fmla="*/ 781611 h 1941773"/>
              <a:gd name="connsiteX24" fmla="*/ 9771263 w 12192148"/>
              <a:gd name="connsiteY24" fmla="*/ 918921 h 1941773"/>
              <a:gd name="connsiteX25" fmla="*/ 10028565 w 12192148"/>
              <a:gd name="connsiteY25" fmla="*/ 918921 h 1941773"/>
              <a:gd name="connsiteX26" fmla="*/ 10028565 w 12192148"/>
              <a:gd name="connsiteY26" fmla="*/ 765768 h 1941773"/>
              <a:gd name="connsiteX27" fmla="*/ 10280615 w 12192148"/>
              <a:gd name="connsiteY27" fmla="*/ 771049 h 1941773"/>
              <a:gd name="connsiteX28" fmla="*/ 10280615 w 12192148"/>
              <a:gd name="connsiteY28" fmla="*/ 190122 h 1941773"/>
              <a:gd name="connsiteX29" fmla="*/ 10789968 w 12192148"/>
              <a:gd name="connsiteY29" fmla="*/ 190122 h 1941773"/>
              <a:gd name="connsiteX30" fmla="*/ 10789968 w 12192148"/>
              <a:gd name="connsiteY30" fmla="*/ 697113 h 1941773"/>
              <a:gd name="connsiteX31" fmla="*/ 11168044 w 12192148"/>
              <a:gd name="connsiteY31" fmla="*/ 697113 h 1941773"/>
              <a:gd name="connsiteX32" fmla="*/ 11168044 w 12192148"/>
              <a:gd name="connsiteY32" fmla="*/ 1621315 h 1941773"/>
              <a:gd name="connsiteX33" fmla="*/ 11467354 w 12192148"/>
              <a:gd name="connsiteY33" fmla="*/ 1621315 h 1941773"/>
              <a:gd name="connsiteX34" fmla="*/ 11467354 w 12192148"/>
              <a:gd name="connsiteY34" fmla="*/ 1114324 h 1941773"/>
              <a:gd name="connsiteX35" fmla="*/ 11871686 w 12192148"/>
              <a:gd name="connsiteY35" fmla="*/ 1114324 h 1941773"/>
              <a:gd name="connsiteX36" fmla="*/ 11871686 w 12192148"/>
              <a:gd name="connsiteY36" fmla="*/ 348556 h 1941773"/>
              <a:gd name="connsiteX37" fmla="*/ 12192000 w 12192148"/>
              <a:gd name="connsiteY37" fmla="*/ 348556 h 1941773"/>
              <a:gd name="connsiteX38" fmla="*/ 12192000 w 12192148"/>
              <a:gd name="connsiteY38" fmla="*/ 1754103 h 1941773"/>
              <a:gd name="connsiteX39" fmla="*/ 12192000 w 12192148"/>
              <a:gd name="connsiteY39" fmla="*/ 1896676 h 1941773"/>
              <a:gd name="connsiteX40" fmla="*/ 12192148 w 12192148"/>
              <a:gd name="connsiteY40" fmla="*/ 1896676 h 1941773"/>
              <a:gd name="connsiteX41" fmla="*/ 12192148 w 12192148"/>
              <a:gd name="connsiteY41" fmla="*/ 1941773 h 1941773"/>
              <a:gd name="connsiteX42" fmla="*/ 0 w 12192148"/>
              <a:gd name="connsiteY42" fmla="*/ 1941773 h 1941773"/>
              <a:gd name="connsiteX43" fmla="*/ 0 w 12192148"/>
              <a:gd name="connsiteY43" fmla="*/ 1896676 h 1941773"/>
              <a:gd name="connsiteX44" fmla="*/ 0 w 12192148"/>
              <a:gd name="connsiteY44" fmla="*/ 1573784 h 1941773"/>
              <a:gd name="connsiteX45" fmla="*/ 112847 w 12192148"/>
              <a:gd name="connsiteY45" fmla="*/ 1573784 h 1941773"/>
              <a:gd name="connsiteX46" fmla="*/ 293106 w 12192148"/>
              <a:gd name="connsiteY46" fmla="*/ 1573784 h 1941773"/>
              <a:gd name="connsiteX47" fmla="*/ 293106 w 12192148"/>
              <a:gd name="connsiteY47" fmla="*/ 411930 h 1941773"/>
              <a:gd name="connsiteX48" fmla="*/ 655428 w 12192148"/>
              <a:gd name="connsiteY48" fmla="*/ 411930 h 1941773"/>
              <a:gd name="connsiteX49" fmla="*/ 655428 w 12192148"/>
              <a:gd name="connsiteY49" fmla="*/ 1373100 h 1941773"/>
              <a:gd name="connsiteX50" fmla="*/ 791956 w 12192148"/>
              <a:gd name="connsiteY50" fmla="*/ 1188260 h 1941773"/>
              <a:gd name="connsiteX51" fmla="*/ 954739 w 12192148"/>
              <a:gd name="connsiteY51" fmla="*/ 1399506 h 1941773"/>
              <a:gd name="connsiteX52" fmla="*/ 1101768 w 12192148"/>
              <a:gd name="connsiteY52" fmla="*/ 1188260 h 1941773"/>
              <a:gd name="connsiteX53" fmla="*/ 1264551 w 12192148"/>
              <a:gd name="connsiteY53" fmla="*/ 1399506 h 1941773"/>
              <a:gd name="connsiteX54" fmla="*/ 1411580 w 12192148"/>
              <a:gd name="connsiteY54" fmla="*/ 1188260 h 1941773"/>
              <a:gd name="connsiteX55" fmla="*/ 1574363 w 12192148"/>
              <a:gd name="connsiteY55" fmla="*/ 1399506 h 1941773"/>
              <a:gd name="connsiteX56" fmla="*/ 1574363 w 12192148"/>
              <a:gd name="connsiteY56" fmla="*/ 1447036 h 1941773"/>
              <a:gd name="connsiteX57" fmla="*/ 1721393 w 12192148"/>
              <a:gd name="connsiteY57" fmla="*/ 1447036 h 1941773"/>
              <a:gd name="connsiteX58" fmla="*/ 1721393 w 12192148"/>
              <a:gd name="connsiteY58" fmla="*/ 1299164 h 1941773"/>
              <a:gd name="connsiteX59" fmla="*/ 1537606 w 12192148"/>
              <a:gd name="connsiteY59" fmla="*/ 1072074 h 1941773"/>
              <a:gd name="connsiteX60" fmla="*/ 1721393 w 12192148"/>
              <a:gd name="connsiteY60" fmla="*/ 844985 h 1941773"/>
              <a:gd name="connsiteX61" fmla="*/ 1721393 w 12192148"/>
              <a:gd name="connsiteY61" fmla="*/ 586208 h 1941773"/>
              <a:gd name="connsiteX62" fmla="*/ 1815912 w 12192148"/>
              <a:gd name="connsiteY62" fmla="*/ 586208 h 1941773"/>
              <a:gd name="connsiteX63" fmla="*/ 1815912 w 12192148"/>
              <a:gd name="connsiteY63" fmla="*/ 844985 h 1941773"/>
              <a:gd name="connsiteX64" fmla="*/ 1999699 w 12192148"/>
              <a:gd name="connsiteY64" fmla="*/ 1072074 h 1941773"/>
              <a:gd name="connsiteX65" fmla="*/ 1815912 w 12192148"/>
              <a:gd name="connsiteY65" fmla="*/ 1299164 h 1941773"/>
              <a:gd name="connsiteX66" fmla="*/ 1815912 w 12192148"/>
              <a:gd name="connsiteY66" fmla="*/ 1447036 h 1941773"/>
              <a:gd name="connsiteX67" fmla="*/ 1941937 w 12192148"/>
              <a:gd name="connsiteY67" fmla="*/ 1447036 h 1941773"/>
              <a:gd name="connsiteX68" fmla="*/ 1941937 w 12192148"/>
              <a:gd name="connsiteY68" fmla="*/ 1293883 h 1941773"/>
              <a:gd name="connsiteX69" fmla="*/ 2099469 w 12192148"/>
              <a:gd name="connsiteY69" fmla="*/ 1293883 h 1941773"/>
              <a:gd name="connsiteX70" fmla="*/ 2099469 w 12192148"/>
              <a:gd name="connsiteY70" fmla="*/ 1093199 h 1941773"/>
              <a:gd name="connsiteX71" fmla="*/ 2440788 w 12192148"/>
              <a:gd name="connsiteY71" fmla="*/ 1093199 h 1941773"/>
              <a:gd name="connsiteX72" fmla="*/ 2440788 w 12192148"/>
              <a:gd name="connsiteY72" fmla="*/ 517553 h 1941773"/>
              <a:gd name="connsiteX73" fmla="*/ 2897630 w 12192148"/>
              <a:gd name="connsiteY73" fmla="*/ 517553 h 1941773"/>
              <a:gd name="connsiteX74" fmla="*/ 2897630 w 12192148"/>
              <a:gd name="connsiteY74" fmla="*/ 1103761 h 1941773"/>
              <a:gd name="connsiteX75" fmla="*/ 3364974 w 12192148"/>
              <a:gd name="connsiteY75" fmla="*/ 1103761 h 1941773"/>
              <a:gd name="connsiteX76" fmla="*/ 3364974 w 12192148"/>
              <a:gd name="connsiteY76" fmla="*/ 739362 h 1941773"/>
              <a:gd name="connsiteX77" fmla="*/ 3879577 w 12192148"/>
              <a:gd name="connsiteY77" fmla="*/ 739362 h 1941773"/>
              <a:gd name="connsiteX78" fmla="*/ 3879577 w 12192148"/>
              <a:gd name="connsiteY78" fmla="*/ 1093199 h 1941773"/>
              <a:gd name="connsiteX79" fmla="*/ 4268157 w 12192148"/>
              <a:gd name="connsiteY79" fmla="*/ 1093199 h 1941773"/>
              <a:gd name="connsiteX80" fmla="*/ 4268157 w 12192148"/>
              <a:gd name="connsiteY80" fmla="*/ 924202 h 1941773"/>
              <a:gd name="connsiteX81" fmla="*/ 4530710 w 12192148"/>
              <a:gd name="connsiteY81" fmla="*/ 929483 h 1941773"/>
              <a:gd name="connsiteX82" fmla="*/ 4530710 w 12192148"/>
              <a:gd name="connsiteY82" fmla="*/ 781611 h 1941773"/>
              <a:gd name="connsiteX83" fmla="*/ 4798513 w 12192148"/>
              <a:gd name="connsiteY83" fmla="*/ 781611 h 1941773"/>
              <a:gd name="connsiteX84" fmla="*/ 4798513 w 12192148"/>
              <a:gd name="connsiteY84" fmla="*/ 918921 h 1941773"/>
              <a:gd name="connsiteX85" fmla="*/ 5055815 w 12192148"/>
              <a:gd name="connsiteY85" fmla="*/ 918921 h 1941773"/>
              <a:gd name="connsiteX86" fmla="*/ 5055815 w 12192148"/>
              <a:gd name="connsiteY86" fmla="*/ 765768 h 1941773"/>
              <a:gd name="connsiteX87" fmla="*/ 5307865 w 12192148"/>
              <a:gd name="connsiteY87" fmla="*/ 771049 h 1941773"/>
              <a:gd name="connsiteX88" fmla="*/ 5307865 w 12192148"/>
              <a:gd name="connsiteY88" fmla="*/ 0 h 194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2192148" h="1941773">
                <a:moveTo>
                  <a:pt x="5307865" y="0"/>
                </a:moveTo>
                <a:cubicBezTo>
                  <a:pt x="5307865" y="0"/>
                  <a:pt x="5307865" y="0"/>
                  <a:pt x="5817217" y="0"/>
                </a:cubicBezTo>
                <a:cubicBezTo>
                  <a:pt x="5817217" y="0"/>
                  <a:pt x="5817217" y="0"/>
                  <a:pt x="5817217" y="697113"/>
                </a:cubicBezTo>
                <a:cubicBezTo>
                  <a:pt x="5817217" y="697113"/>
                  <a:pt x="5817217" y="697113"/>
                  <a:pt x="6190042" y="697113"/>
                </a:cubicBezTo>
                <a:cubicBezTo>
                  <a:pt x="6190042" y="697113"/>
                  <a:pt x="6190042" y="697113"/>
                  <a:pt x="6190042" y="1325570"/>
                </a:cubicBezTo>
                <a:cubicBezTo>
                  <a:pt x="6190042" y="1325570"/>
                  <a:pt x="6190042" y="1325570"/>
                  <a:pt x="6489353" y="1325570"/>
                </a:cubicBezTo>
                <a:cubicBezTo>
                  <a:pt x="6489353" y="1325570"/>
                  <a:pt x="6489353" y="1325570"/>
                  <a:pt x="6489353" y="1114324"/>
                </a:cubicBezTo>
                <a:cubicBezTo>
                  <a:pt x="6489353" y="1114324"/>
                  <a:pt x="6489353" y="1114324"/>
                  <a:pt x="6898935" y="1114324"/>
                </a:cubicBezTo>
                <a:cubicBezTo>
                  <a:pt x="6898935" y="1114324"/>
                  <a:pt x="6898935" y="1114324"/>
                  <a:pt x="6898935" y="348556"/>
                </a:cubicBezTo>
                <a:cubicBezTo>
                  <a:pt x="6898935" y="348556"/>
                  <a:pt x="6898935" y="348556"/>
                  <a:pt x="7219249" y="348556"/>
                </a:cubicBezTo>
                <a:cubicBezTo>
                  <a:pt x="7219249" y="348556"/>
                  <a:pt x="7219249" y="348556"/>
                  <a:pt x="7219249" y="1093199"/>
                </a:cubicBezTo>
                <a:cubicBezTo>
                  <a:pt x="7219249" y="1093199"/>
                  <a:pt x="7219249" y="1093199"/>
                  <a:pt x="7413539" y="1093199"/>
                </a:cubicBezTo>
                <a:cubicBezTo>
                  <a:pt x="7413539" y="1093199"/>
                  <a:pt x="7413539" y="1093199"/>
                  <a:pt x="7413539" y="517553"/>
                </a:cubicBezTo>
                <a:cubicBezTo>
                  <a:pt x="7413539" y="517553"/>
                  <a:pt x="7413539" y="517553"/>
                  <a:pt x="7875631" y="517553"/>
                </a:cubicBezTo>
                <a:cubicBezTo>
                  <a:pt x="7875631" y="517553"/>
                  <a:pt x="7875631" y="517553"/>
                  <a:pt x="7875631" y="1103761"/>
                </a:cubicBezTo>
                <a:cubicBezTo>
                  <a:pt x="7875631" y="1103761"/>
                  <a:pt x="7875631" y="1103761"/>
                  <a:pt x="8342975" y="1103761"/>
                </a:cubicBezTo>
                <a:cubicBezTo>
                  <a:pt x="8342975" y="1103761"/>
                  <a:pt x="8342975" y="1103761"/>
                  <a:pt x="8342975" y="739362"/>
                </a:cubicBezTo>
                <a:cubicBezTo>
                  <a:pt x="8342975" y="739362"/>
                  <a:pt x="8342975" y="739362"/>
                  <a:pt x="8852328" y="739362"/>
                </a:cubicBezTo>
                <a:cubicBezTo>
                  <a:pt x="8852328" y="739362"/>
                  <a:pt x="8852328" y="739362"/>
                  <a:pt x="8852328" y="1093199"/>
                </a:cubicBezTo>
                <a:cubicBezTo>
                  <a:pt x="8852328" y="1093199"/>
                  <a:pt x="8852328" y="1093199"/>
                  <a:pt x="9240906" y="1093199"/>
                </a:cubicBezTo>
                <a:cubicBezTo>
                  <a:pt x="9240906" y="1093199"/>
                  <a:pt x="9240906" y="1093199"/>
                  <a:pt x="9240906" y="924202"/>
                </a:cubicBezTo>
                <a:cubicBezTo>
                  <a:pt x="9240906" y="924202"/>
                  <a:pt x="9240906" y="924202"/>
                  <a:pt x="9503459" y="929483"/>
                </a:cubicBezTo>
                <a:cubicBezTo>
                  <a:pt x="9503459" y="929483"/>
                  <a:pt x="9503459" y="929483"/>
                  <a:pt x="9503459" y="781611"/>
                </a:cubicBezTo>
                <a:cubicBezTo>
                  <a:pt x="9503459" y="781611"/>
                  <a:pt x="9503459" y="781611"/>
                  <a:pt x="9771263" y="781611"/>
                </a:cubicBezTo>
                <a:cubicBezTo>
                  <a:pt x="9771263" y="781611"/>
                  <a:pt x="9771263" y="781611"/>
                  <a:pt x="9771263" y="918921"/>
                </a:cubicBezTo>
                <a:cubicBezTo>
                  <a:pt x="9771263" y="918921"/>
                  <a:pt x="9771263" y="918921"/>
                  <a:pt x="10028565" y="918921"/>
                </a:cubicBezTo>
                <a:cubicBezTo>
                  <a:pt x="10028565" y="918921"/>
                  <a:pt x="10028565" y="918921"/>
                  <a:pt x="10028565" y="765768"/>
                </a:cubicBezTo>
                <a:cubicBezTo>
                  <a:pt x="10028565" y="765768"/>
                  <a:pt x="10028565" y="765768"/>
                  <a:pt x="10280615" y="771049"/>
                </a:cubicBezTo>
                <a:cubicBezTo>
                  <a:pt x="10280615" y="771049"/>
                  <a:pt x="10280615" y="771049"/>
                  <a:pt x="10280615" y="190122"/>
                </a:cubicBezTo>
                <a:cubicBezTo>
                  <a:pt x="10280615" y="190122"/>
                  <a:pt x="10280615" y="190122"/>
                  <a:pt x="10789968" y="190122"/>
                </a:cubicBezTo>
                <a:cubicBezTo>
                  <a:pt x="10789968" y="190122"/>
                  <a:pt x="10789968" y="190122"/>
                  <a:pt x="10789968" y="697113"/>
                </a:cubicBezTo>
                <a:cubicBezTo>
                  <a:pt x="10789968" y="697113"/>
                  <a:pt x="10789968" y="697113"/>
                  <a:pt x="11168044" y="697113"/>
                </a:cubicBezTo>
                <a:cubicBezTo>
                  <a:pt x="11168044" y="697113"/>
                  <a:pt x="11168044" y="697113"/>
                  <a:pt x="11168044" y="1621315"/>
                </a:cubicBezTo>
                <a:cubicBezTo>
                  <a:pt x="11168044" y="1621315"/>
                  <a:pt x="11168044" y="1621315"/>
                  <a:pt x="11467354" y="1621315"/>
                </a:cubicBezTo>
                <a:cubicBezTo>
                  <a:pt x="11467354" y="1621315"/>
                  <a:pt x="11467354" y="1621315"/>
                  <a:pt x="11467354" y="1114324"/>
                </a:cubicBezTo>
                <a:cubicBezTo>
                  <a:pt x="11467354" y="1114324"/>
                  <a:pt x="11467354" y="1114324"/>
                  <a:pt x="11871686" y="1114324"/>
                </a:cubicBezTo>
                <a:cubicBezTo>
                  <a:pt x="11871686" y="1114324"/>
                  <a:pt x="11871686" y="1114324"/>
                  <a:pt x="11871686" y="348556"/>
                </a:cubicBezTo>
                <a:cubicBezTo>
                  <a:pt x="11871686" y="348556"/>
                  <a:pt x="11871686" y="348556"/>
                  <a:pt x="12192000" y="348556"/>
                </a:cubicBezTo>
                <a:cubicBezTo>
                  <a:pt x="12192000" y="348556"/>
                  <a:pt x="12192000" y="348556"/>
                  <a:pt x="12192000" y="1754103"/>
                </a:cubicBezTo>
                <a:lnTo>
                  <a:pt x="12192000" y="1896676"/>
                </a:lnTo>
                <a:lnTo>
                  <a:pt x="12192148" y="1896676"/>
                </a:lnTo>
                <a:lnTo>
                  <a:pt x="12192148" y="1941773"/>
                </a:lnTo>
                <a:lnTo>
                  <a:pt x="0" y="1941773"/>
                </a:lnTo>
                <a:lnTo>
                  <a:pt x="0" y="1896676"/>
                </a:lnTo>
                <a:lnTo>
                  <a:pt x="0" y="1573784"/>
                </a:lnTo>
                <a:lnTo>
                  <a:pt x="112847" y="1573784"/>
                </a:lnTo>
                <a:cubicBezTo>
                  <a:pt x="165111" y="1573784"/>
                  <a:pt x="224842" y="1573784"/>
                  <a:pt x="293106" y="1573784"/>
                </a:cubicBezTo>
                <a:cubicBezTo>
                  <a:pt x="293106" y="1573784"/>
                  <a:pt x="293106" y="1573784"/>
                  <a:pt x="293106" y="411930"/>
                </a:cubicBezTo>
                <a:cubicBezTo>
                  <a:pt x="293106" y="411930"/>
                  <a:pt x="293106" y="411930"/>
                  <a:pt x="655428" y="411930"/>
                </a:cubicBezTo>
                <a:cubicBezTo>
                  <a:pt x="655428" y="411930"/>
                  <a:pt x="655428" y="411930"/>
                  <a:pt x="655428" y="1373100"/>
                </a:cubicBezTo>
                <a:cubicBezTo>
                  <a:pt x="676433" y="1315008"/>
                  <a:pt x="734194" y="1188260"/>
                  <a:pt x="791956" y="1188260"/>
                </a:cubicBezTo>
                <a:cubicBezTo>
                  <a:pt x="875973" y="1188260"/>
                  <a:pt x="954739" y="1399506"/>
                  <a:pt x="954739" y="1399506"/>
                </a:cubicBezTo>
                <a:cubicBezTo>
                  <a:pt x="954739" y="1399506"/>
                  <a:pt x="1023002" y="1188260"/>
                  <a:pt x="1101768" y="1188260"/>
                </a:cubicBezTo>
                <a:cubicBezTo>
                  <a:pt x="1180534" y="1188260"/>
                  <a:pt x="1264551" y="1399506"/>
                  <a:pt x="1264551" y="1399506"/>
                </a:cubicBezTo>
                <a:cubicBezTo>
                  <a:pt x="1264551" y="1399506"/>
                  <a:pt x="1332815" y="1188260"/>
                  <a:pt x="1411580" y="1188260"/>
                </a:cubicBezTo>
                <a:cubicBezTo>
                  <a:pt x="1490347" y="1188260"/>
                  <a:pt x="1574363" y="1399506"/>
                  <a:pt x="1574363" y="1399506"/>
                </a:cubicBezTo>
                <a:cubicBezTo>
                  <a:pt x="1574363" y="1399506"/>
                  <a:pt x="1574363" y="1399506"/>
                  <a:pt x="1574363" y="1447036"/>
                </a:cubicBezTo>
                <a:cubicBezTo>
                  <a:pt x="1574363" y="1447036"/>
                  <a:pt x="1574363" y="1447036"/>
                  <a:pt x="1721393" y="1447036"/>
                </a:cubicBezTo>
                <a:cubicBezTo>
                  <a:pt x="1721393" y="1447036"/>
                  <a:pt x="1721393" y="1447036"/>
                  <a:pt x="1721393" y="1299164"/>
                </a:cubicBezTo>
                <a:cubicBezTo>
                  <a:pt x="1616372" y="1278040"/>
                  <a:pt x="1537606" y="1182979"/>
                  <a:pt x="1537606" y="1072074"/>
                </a:cubicBezTo>
                <a:cubicBezTo>
                  <a:pt x="1537606" y="961170"/>
                  <a:pt x="1616372" y="866110"/>
                  <a:pt x="1721393" y="844985"/>
                </a:cubicBezTo>
                <a:cubicBezTo>
                  <a:pt x="1721393" y="844985"/>
                  <a:pt x="1721393" y="844985"/>
                  <a:pt x="1721393" y="586208"/>
                </a:cubicBezTo>
                <a:cubicBezTo>
                  <a:pt x="1721393" y="586208"/>
                  <a:pt x="1721393" y="586208"/>
                  <a:pt x="1815912" y="586208"/>
                </a:cubicBezTo>
                <a:cubicBezTo>
                  <a:pt x="1815912" y="586208"/>
                  <a:pt x="1815912" y="586208"/>
                  <a:pt x="1815912" y="844985"/>
                </a:cubicBezTo>
                <a:cubicBezTo>
                  <a:pt x="1920933" y="866110"/>
                  <a:pt x="1999699" y="961170"/>
                  <a:pt x="1999699" y="1072074"/>
                </a:cubicBezTo>
                <a:cubicBezTo>
                  <a:pt x="1999699" y="1188260"/>
                  <a:pt x="1920933" y="1278040"/>
                  <a:pt x="1815912" y="1299164"/>
                </a:cubicBezTo>
                <a:cubicBezTo>
                  <a:pt x="1815912" y="1299164"/>
                  <a:pt x="1815912" y="1299164"/>
                  <a:pt x="1815912" y="1447036"/>
                </a:cubicBezTo>
                <a:cubicBezTo>
                  <a:pt x="1815912" y="1447036"/>
                  <a:pt x="1815912" y="1447036"/>
                  <a:pt x="1941937" y="1447036"/>
                </a:cubicBezTo>
                <a:cubicBezTo>
                  <a:pt x="1941937" y="1447036"/>
                  <a:pt x="1941937" y="1447036"/>
                  <a:pt x="1941937" y="1293883"/>
                </a:cubicBezTo>
                <a:cubicBezTo>
                  <a:pt x="1941937" y="1293883"/>
                  <a:pt x="1941937" y="1293883"/>
                  <a:pt x="2099469" y="1293883"/>
                </a:cubicBezTo>
                <a:cubicBezTo>
                  <a:pt x="2099469" y="1293883"/>
                  <a:pt x="2099469" y="1293883"/>
                  <a:pt x="2099469" y="1093199"/>
                </a:cubicBezTo>
                <a:cubicBezTo>
                  <a:pt x="2099469" y="1093199"/>
                  <a:pt x="2099469" y="1093199"/>
                  <a:pt x="2440788" y="1093199"/>
                </a:cubicBezTo>
                <a:cubicBezTo>
                  <a:pt x="2440788" y="1093199"/>
                  <a:pt x="2440788" y="1093199"/>
                  <a:pt x="2440788" y="517553"/>
                </a:cubicBezTo>
                <a:cubicBezTo>
                  <a:pt x="2440788" y="517553"/>
                  <a:pt x="2440788" y="517553"/>
                  <a:pt x="2897630" y="517553"/>
                </a:cubicBezTo>
                <a:cubicBezTo>
                  <a:pt x="2897630" y="517553"/>
                  <a:pt x="2897630" y="517553"/>
                  <a:pt x="2897630" y="1103761"/>
                </a:cubicBezTo>
                <a:cubicBezTo>
                  <a:pt x="2897630" y="1103761"/>
                  <a:pt x="2897630" y="1103761"/>
                  <a:pt x="3364974" y="1103761"/>
                </a:cubicBezTo>
                <a:cubicBezTo>
                  <a:pt x="3364974" y="1103761"/>
                  <a:pt x="3364974" y="1103761"/>
                  <a:pt x="3364974" y="739362"/>
                </a:cubicBezTo>
                <a:cubicBezTo>
                  <a:pt x="3364974" y="739362"/>
                  <a:pt x="3364974" y="739362"/>
                  <a:pt x="3879577" y="739362"/>
                </a:cubicBezTo>
                <a:cubicBezTo>
                  <a:pt x="3879577" y="739362"/>
                  <a:pt x="3879577" y="739362"/>
                  <a:pt x="3879577" y="1093199"/>
                </a:cubicBezTo>
                <a:cubicBezTo>
                  <a:pt x="3879577" y="1093199"/>
                  <a:pt x="3879577" y="1093199"/>
                  <a:pt x="4268157" y="1093199"/>
                </a:cubicBezTo>
                <a:cubicBezTo>
                  <a:pt x="4268157" y="1093199"/>
                  <a:pt x="4268157" y="1093199"/>
                  <a:pt x="4268157" y="924202"/>
                </a:cubicBezTo>
                <a:cubicBezTo>
                  <a:pt x="4268157" y="924202"/>
                  <a:pt x="4268157" y="924202"/>
                  <a:pt x="4530710" y="929483"/>
                </a:cubicBezTo>
                <a:cubicBezTo>
                  <a:pt x="4530710" y="929483"/>
                  <a:pt x="4530710" y="929483"/>
                  <a:pt x="4530710" y="781611"/>
                </a:cubicBezTo>
                <a:cubicBezTo>
                  <a:pt x="4530710" y="781611"/>
                  <a:pt x="4530710" y="781611"/>
                  <a:pt x="4798513" y="781611"/>
                </a:cubicBezTo>
                <a:cubicBezTo>
                  <a:pt x="4798513" y="781611"/>
                  <a:pt x="4798513" y="781611"/>
                  <a:pt x="4798513" y="918921"/>
                </a:cubicBezTo>
                <a:cubicBezTo>
                  <a:pt x="4798513" y="918921"/>
                  <a:pt x="4798513" y="918921"/>
                  <a:pt x="5055815" y="918921"/>
                </a:cubicBezTo>
                <a:cubicBezTo>
                  <a:pt x="5055815" y="918921"/>
                  <a:pt x="5055815" y="918921"/>
                  <a:pt x="5055815" y="765768"/>
                </a:cubicBezTo>
                <a:cubicBezTo>
                  <a:pt x="5055815" y="765768"/>
                  <a:pt x="5055815" y="765768"/>
                  <a:pt x="5307865" y="771049"/>
                </a:cubicBezTo>
                <a:cubicBezTo>
                  <a:pt x="5307865" y="771049"/>
                  <a:pt x="5307865" y="771049"/>
                  <a:pt x="53078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F691C40-340A-44BC-A6B3-C3A20A9ED913}"/>
              </a:ext>
            </a:extLst>
          </p:cNvPr>
          <p:cNvSpPr txBox="1"/>
          <p:nvPr/>
        </p:nvSpPr>
        <p:spPr>
          <a:xfrm>
            <a:off x="0" y="2408296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B2F21A8-A2DC-448E-8003-AFE4C77CBA6F}"/>
              </a:ext>
            </a:extLst>
          </p:cNvPr>
          <p:cNvSpPr txBox="1"/>
          <p:nvPr/>
        </p:nvSpPr>
        <p:spPr>
          <a:xfrm>
            <a:off x="0" y="3335133"/>
            <a:ext cx="1219185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Insert the Sub Title of Your Presentation</a:t>
            </a:r>
            <a:endParaRPr lang="ko-KR" altLang="en-US" sz="1867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xmlns="" id="{4EC905E7-44E2-4312-8B50-C75C5073816A}"/>
              </a:ext>
            </a:extLst>
          </p:cNvPr>
          <p:cNvSpPr>
            <a:spLocks noEditPoints="1"/>
          </p:cNvSpPr>
          <p:nvPr/>
        </p:nvSpPr>
        <p:spPr bwMode="auto">
          <a:xfrm>
            <a:off x="0" y="4761206"/>
            <a:ext cx="5775158" cy="2106029"/>
          </a:xfrm>
          <a:custGeom>
            <a:avLst/>
            <a:gdLst>
              <a:gd name="T0" fmla="*/ 692 w 2980"/>
              <a:gd name="T1" fmla="*/ 625 h 1086"/>
              <a:gd name="T2" fmla="*/ 1350 w 2980"/>
              <a:gd name="T3" fmla="*/ 765 h 1086"/>
              <a:gd name="T4" fmla="*/ 1662 w 2980"/>
              <a:gd name="T5" fmla="*/ 831 h 1086"/>
              <a:gd name="T6" fmla="*/ 1686 w 2980"/>
              <a:gd name="T7" fmla="*/ 716 h 1086"/>
              <a:gd name="T8" fmla="*/ 1668 w 2980"/>
              <a:gd name="T9" fmla="*/ 547 h 1086"/>
              <a:gd name="T10" fmla="*/ 1693 w 2980"/>
              <a:gd name="T11" fmla="*/ 451 h 1086"/>
              <a:gd name="T12" fmla="*/ 1732 w 2980"/>
              <a:gd name="T13" fmla="*/ 173 h 1086"/>
              <a:gd name="T14" fmla="*/ 1836 w 2980"/>
              <a:gd name="T15" fmla="*/ 22 h 1086"/>
              <a:gd name="T16" fmla="*/ 1949 w 2980"/>
              <a:gd name="T17" fmla="*/ 123 h 1086"/>
              <a:gd name="T18" fmla="*/ 1876 w 2980"/>
              <a:gd name="T19" fmla="*/ 190 h 1086"/>
              <a:gd name="T20" fmla="*/ 1876 w 2980"/>
              <a:gd name="T21" fmla="*/ 315 h 1086"/>
              <a:gd name="T22" fmla="*/ 1959 w 2980"/>
              <a:gd name="T23" fmla="*/ 445 h 1086"/>
              <a:gd name="T24" fmla="*/ 1963 w 2980"/>
              <a:gd name="T25" fmla="*/ 549 h 1086"/>
              <a:gd name="T26" fmla="*/ 1947 w 2980"/>
              <a:gd name="T27" fmla="*/ 572 h 1086"/>
              <a:gd name="T28" fmla="*/ 1921 w 2980"/>
              <a:gd name="T29" fmla="*/ 587 h 1086"/>
              <a:gd name="T30" fmla="*/ 1880 w 2980"/>
              <a:gd name="T31" fmla="*/ 612 h 1086"/>
              <a:gd name="T32" fmla="*/ 2031 w 2980"/>
              <a:gd name="T33" fmla="*/ 662 h 1086"/>
              <a:gd name="T34" fmla="*/ 2195 w 2980"/>
              <a:gd name="T35" fmla="*/ 411 h 1086"/>
              <a:gd name="T36" fmla="*/ 2174 w 2980"/>
              <a:gd name="T37" fmla="*/ 364 h 1086"/>
              <a:gd name="T38" fmla="*/ 2163 w 2980"/>
              <a:gd name="T39" fmla="*/ 250 h 1086"/>
              <a:gd name="T40" fmla="*/ 2289 w 2980"/>
              <a:gd name="T41" fmla="*/ 309 h 1086"/>
              <a:gd name="T42" fmla="*/ 2341 w 2980"/>
              <a:gd name="T43" fmla="*/ 468 h 1086"/>
              <a:gd name="T44" fmla="*/ 2382 w 2980"/>
              <a:gd name="T45" fmla="*/ 504 h 1086"/>
              <a:gd name="T46" fmla="*/ 2451 w 2980"/>
              <a:gd name="T47" fmla="*/ 331 h 1086"/>
              <a:gd name="T48" fmla="*/ 2514 w 2980"/>
              <a:gd name="T49" fmla="*/ 246 h 1086"/>
              <a:gd name="T50" fmla="*/ 2622 w 2980"/>
              <a:gd name="T51" fmla="*/ 226 h 1086"/>
              <a:gd name="T52" fmla="*/ 2684 w 2980"/>
              <a:gd name="T53" fmla="*/ 335 h 1086"/>
              <a:gd name="T54" fmla="*/ 2710 w 2980"/>
              <a:gd name="T55" fmla="*/ 558 h 1086"/>
              <a:gd name="T56" fmla="*/ 2757 w 2980"/>
              <a:gd name="T57" fmla="*/ 626 h 1086"/>
              <a:gd name="T58" fmla="*/ 2773 w 2980"/>
              <a:gd name="T59" fmla="*/ 697 h 1086"/>
              <a:gd name="T60" fmla="*/ 2727 w 2980"/>
              <a:gd name="T61" fmla="*/ 770 h 1086"/>
              <a:gd name="T62" fmla="*/ 2664 w 2980"/>
              <a:gd name="T63" fmla="*/ 906 h 1086"/>
              <a:gd name="T64" fmla="*/ 2980 w 2980"/>
              <a:gd name="T65" fmla="*/ 998 h 1086"/>
              <a:gd name="T66" fmla="*/ 2343 w 2980"/>
              <a:gd name="T67" fmla="*/ 754 h 1086"/>
              <a:gd name="T68" fmla="*/ 2434 w 2980"/>
              <a:gd name="T69" fmla="*/ 842 h 1086"/>
              <a:gd name="T70" fmla="*/ 2466 w 2980"/>
              <a:gd name="T71" fmla="*/ 584 h 1086"/>
              <a:gd name="T72" fmla="*/ 2476 w 2980"/>
              <a:gd name="T73" fmla="*/ 480 h 1086"/>
              <a:gd name="T74" fmla="*/ 2385 w 2980"/>
              <a:gd name="T75" fmla="*/ 557 h 1086"/>
              <a:gd name="T76" fmla="*/ 2337 w 2980"/>
              <a:gd name="T77" fmla="*/ 621 h 1086"/>
              <a:gd name="T78" fmla="*/ 2338 w 2980"/>
              <a:gd name="T79" fmla="*/ 706 h 1086"/>
              <a:gd name="T80" fmla="*/ 2101 w 2980"/>
              <a:gd name="T81" fmla="*/ 618 h 1086"/>
              <a:gd name="T82" fmla="*/ 2156 w 2980"/>
              <a:gd name="T83" fmla="*/ 738 h 1086"/>
              <a:gd name="T84" fmla="*/ 2186 w 2980"/>
              <a:gd name="T85" fmla="*/ 671 h 1086"/>
              <a:gd name="T86" fmla="*/ 2185 w 2980"/>
              <a:gd name="T87" fmla="*/ 524 h 1086"/>
              <a:gd name="T88" fmla="*/ 1875 w 2980"/>
              <a:gd name="T89" fmla="*/ 494 h 1086"/>
              <a:gd name="T90" fmla="*/ 1898 w 2980"/>
              <a:gd name="T91" fmla="*/ 550 h 1086"/>
              <a:gd name="T92" fmla="*/ 1900 w 2980"/>
              <a:gd name="T93" fmla="*/ 515 h 1086"/>
              <a:gd name="T94" fmla="*/ 2712 w 2980"/>
              <a:gd name="T95" fmla="*/ 705 h 1086"/>
              <a:gd name="T96" fmla="*/ 2681 w 2980"/>
              <a:gd name="T97" fmla="*/ 766 h 1086"/>
              <a:gd name="T98" fmla="*/ 2717 w 2980"/>
              <a:gd name="T99" fmla="*/ 679 h 1086"/>
              <a:gd name="T100" fmla="*/ 1878 w 2980"/>
              <a:gd name="T101" fmla="*/ 592 h 1086"/>
              <a:gd name="T102" fmla="*/ 2768 w 2980"/>
              <a:gd name="T103" fmla="*/ 671 h 1086"/>
              <a:gd name="T104" fmla="*/ 2724 w 2980"/>
              <a:gd name="T105" fmla="*/ 758 h 1086"/>
              <a:gd name="T106" fmla="*/ 2714 w 2980"/>
              <a:gd name="T107" fmla="*/ 764 h 1086"/>
              <a:gd name="T108" fmla="*/ 2697 w 2980"/>
              <a:gd name="T109" fmla="*/ 805 h 1086"/>
              <a:gd name="T110" fmla="*/ 2360 w 2980"/>
              <a:gd name="T111" fmla="*/ 608 h 1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980" h="1086">
                <a:moveTo>
                  <a:pt x="0" y="806"/>
                </a:moveTo>
                <a:cubicBezTo>
                  <a:pt x="23" y="800"/>
                  <a:pt x="45" y="795"/>
                  <a:pt x="68" y="789"/>
                </a:cubicBezTo>
                <a:cubicBezTo>
                  <a:pt x="216" y="750"/>
                  <a:pt x="364" y="710"/>
                  <a:pt x="513" y="671"/>
                </a:cubicBezTo>
                <a:cubicBezTo>
                  <a:pt x="568" y="656"/>
                  <a:pt x="624" y="641"/>
                  <a:pt x="680" y="626"/>
                </a:cubicBezTo>
                <a:cubicBezTo>
                  <a:pt x="684" y="625"/>
                  <a:pt x="688" y="624"/>
                  <a:pt x="692" y="625"/>
                </a:cubicBezTo>
                <a:cubicBezTo>
                  <a:pt x="739" y="636"/>
                  <a:pt x="785" y="647"/>
                  <a:pt x="832" y="657"/>
                </a:cubicBezTo>
                <a:cubicBezTo>
                  <a:pt x="902" y="673"/>
                  <a:pt x="972" y="689"/>
                  <a:pt x="1041" y="705"/>
                </a:cubicBezTo>
                <a:cubicBezTo>
                  <a:pt x="1096" y="717"/>
                  <a:pt x="1151" y="729"/>
                  <a:pt x="1205" y="742"/>
                </a:cubicBezTo>
                <a:cubicBezTo>
                  <a:pt x="1243" y="750"/>
                  <a:pt x="1280" y="760"/>
                  <a:pt x="1318" y="767"/>
                </a:cubicBezTo>
                <a:cubicBezTo>
                  <a:pt x="1328" y="769"/>
                  <a:pt x="1340" y="766"/>
                  <a:pt x="1350" y="765"/>
                </a:cubicBezTo>
                <a:cubicBezTo>
                  <a:pt x="1396" y="759"/>
                  <a:pt x="1441" y="755"/>
                  <a:pt x="1486" y="770"/>
                </a:cubicBezTo>
                <a:cubicBezTo>
                  <a:pt x="1508" y="778"/>
                  <a:pt x="1528" y="788"/>
                  <a:pt x="1541" y="808"/>
                </a:cubicBezTo>
                <a:cubicBezTo>
                  <a:pt x="1549" y="821"/>
                  <a:pt x="1562" y="822"/>
                  <a:pt x="1574" y="825"/>
                </a:cubicBezTo>
                <a:cubicBezTo>
                  <a:pt x="1599" y="830"/>
                  <a:pt x="1623" y="835"/>
                  <a:pt x="1647" y="840"/>
                </a:cubicBezTo>
                <a:cubicBezTo>
                  <a:pt x="1655" y="842"/>
                  <a:pt x="1661" y="839"/>
                  <a:pt x="1662" y="831"/>
                </a:cubicBezTo>
                <a:cubicBezTo>
                  <a:pt x="1663" y="826"/>
                  <a:pt x="1662" y="821"/>
                  <a:pt x="1663" y="816"/>
                </a:cubicBezTo>
                <a:cubicBezTo>
                  <a:pt x="1665" y="808"/>
                  <a:pt x="1667" y="799"/>
                  <a:pt x="1672" y="792"/>
                </a:cubicBezTo>
                <a:cubicBezTo>
                  <a:pt x="1678" y="781"/>
                  <a:pt x="1686" y="770"/>
                  <a:pt x="1692" y="760"/>
                </a:cubicBezTo>
                <a:cubicBezTo>
                  <a:pt x="1694" y="757"/>
                  <a:pt x="1694" y="753"/>
                  <a:pt x="1694" y="750"/>
                </a:cubicBezTo>
                <a:cubicBezTo>
                  <a:pt x="1691" y="739"/>
                  <a:pt x="1687" y="727"/>
                  <a:pt x="1686" y="716"/>
                </a:cubicBezTo>
                <a:cubicBezTo>
                  <a:pt x="1685" y="707"/>
                  <a:pt x="1689" y="698"/>
                  <a:pt x="1690" y="690"/>
                </a:cubicBezTo>
                <a:cubicBezTo>
                  <a:pt x="1690" y="685"/>
                  <a:pt x="1691" y="679"/>
                  <a:pt x="1690" y="675"/>
                </a:cubicBezTo>
                <a:cubicBezTo>
                  <a:pt x="1683" y="649"/>
                  <a:pt x="1674" y="624"/>
                  <a:pt x="1675" y="597"/>
                </a:cubicBezTo>
                <a:cubicBezTo>
                  <a:pt x="1676" y="585"/>
                  <a:pt x="1675" y="572"/>
                  <a:pt x="1674" y="559"/>
                </a:cubicBezTo>
                <a:cubicBezTo>
                  <a:pt x="1674" y="555"/>
                  <a:pt x="1671" y="551"/>
                  <a:pt x="1668" y="547"/>
                </a:cubicBezTo>
                <a:cubicBezTo>
                  <a:pt x="1665" y="542"/>
                  <a:pt x="1658" y="536"/>
                  <a:pt x="1659" y="532"/>
                </a:cubicBezTo>
                <a:cubicBezTo>
                  <a:pt x="1661" y="523"/>
                  <a:pt x="1667" y="515"/>
                  <a:pt x="1671" y="506"/>
                </a:cubicBezTo>
                <a:cubicBezTo>
                  <a:pt x="1674" y="501"/>
                  <a:pt x="1679" y="496"/>
                  <a:pt x="1681" y="491"/>
                </a:cubicBezTo>
                <a:cubicBezTo>
                  <a:pt x="1687" y="480"/>
                  <a:pt x="1692" y="468"/>
                  <a:pt x="1698" y="454"/>
                </a:cubicBezTo>
                <a:cubicBezTo>
                  <a:pt x="1697" y="454"/>
                  <a:pt x="1695" y="452"/>
                  <a:pt x="1693" y="451"/>
                </a:cubicBezTo>
                <a:cubicBezTo>
                  <a:pt x="1689" y="447"/>
                  <a:pt x="1687" y="443"/>
                  <a:pt x="1692" y="438"/>
                </a:cubicBezTo>
                <a:cubicBezTo>
                  <a:pt x="1706" y="422"/>
                  <a:pt x="1708" y="404"/>
                  <a:pt x="1704" y="384"/>
                </a:cubicBezTo>
                <a:cubicBezTo>
                  <a:pt x="1699" y="365"/>
                  <a:pt x="1694" y="346"/>
                  <a:pt x="1692" y="327"/>
                </a:cubicBezTo>
                <a:cubicBezTo>
                  <a:pt x="1690" y="298"/>
                  <a:pt x="1695" y="269"/>
                  <a:pt x="1701" y="241"/>
                </a:cubicBezTo>
                <a:cubicBezTo>
                  <a:pt x="1707" y="216"/>
                  <a:pt x="1715" y="192"/>
                  <a:pt x="1732" y="173"/>
                </a:cubicBezTo>
                <a:cubicBezTo>
                  <a:pt x="1738" y="167"/>
                  <a:pt x="1744" y="161"/>
                  <a:pt x="1752" y="156"/>
                </a:cubicBezTo>
                <a:cubicBezTo>
                  <a:pt x="1761" y="149"/>
                  <a:pt x="1772" y="146"/>
                  <a:pt x="1780" y="138"/>
                </a:cubicBezTo>
                <a:cubicBezTo>
                  <a:pt x="1794" y="126"/>
                  <a:pt x="1803" y="111"/>
                  <a:pt x="1806" y="92"/>
                </a:cubicBezTo>
                <a:cubicBezTo>
                  <a:pt x="1808" y="76"/>
                  <a:pt x="1811" y="60"/>
                  <a:pt x="1822" y="47"/>
                </a:cubicBezTo>
                <a:cubicBezTo>
                  <a:pt x="1828" y="40"/>
                  <a:pt x="1832" y="31"/>
                  <a:pt x="1836" y="22"/>
                </a:cubicBezTo>
                <a:cubicBezTo>
                  <a:pt x="1845" y="5"/>
                  <a:pt x="1860" y="0"/>
                  <a:pt x="1876" y="10"/>
                </a:cubicBezTo>
                <a:cubicBezTo>
                  <a:pt x="1898" y="23"/>
                  <a:pt x="1919" y="38"/>
                  <a:pt x="1939" y="53"/>
                </a:cubicBezTo>
                <a:cubicBezTo>
                  <a:pt x="1950" y="61"/>
                  <a:pt x="1949" y="72"/>
                  <a:pt x="1942" y="84"/>
                </a:cubicBezTo>
                <a:cubicBezTo>
                  <a:pt x="1933" y="97"/>
                  <a:pt x="1933" y="101"/>
                  <a:pt x="1940" y="111"/>
                </a:cubicBezTo>
                <a:cubicBezTo>
                  <a:pt x="1943" y="115"/>
                  <a:pt x="1946" y="119"/>
                  <a:pt x="1949" y="123"/>
                </a:cubicBezTo>
                <a:cubicBezTo>
                  <a:pt x="1955" y="132"/>
                  <a:pt x="1952" y="138"/>
                  <a:pt x="1940" y="138"/>
                </a:cubicBezTo>
                <a:cubicBezTo>
                  <a:pt x="1935" y="138"/>
                  <a:pt x="1930" y="136"/>
                  <a:pt x="1924" y="135"/>
                </a:cubicBezTo>
                <a:cubicBezTo>
                  <a:pt x="1919" y="142"/>
                  <a:pt x="1908" y="145"/>
                  <a:pt x="1907" y="157"/>
                </a:cubicBezTo>
                <a:cubicBezTo>
                  <a:pt x="1907" y="161"/>
                  <a:pt x="1899" y="163"/>
                  <a:pt x="1895" y="167"/>
                </a:cubicBezTo>
                <a:cubicBezTo>
                  <a:pt x="1889" y="175"/>
                  <a:pt x="1883" y="183"/>
                  <a:pt x="1876" y="190"/>
                </a:cubicBezTo>
                <a:cubicBezTo>
                  <a:pt x="1869" y="198"/>
                  <a:pt x="1860" y="195"/>
                  <a:pt x="1851" y="194"/>
                </a:cubicBezTo>
                <a:cubicBezTo>
                  <a:pt x="1849" y="193"/>
                  <a:pt x="1847" y="194"/>
                  <a:pt x="1844" y="194"/>
                </a:cubicBezTo>
                <a:cubicBezTo>
                  <a:pt x="1844" y="196"/>
                  <a:pt x="1844" y="199"/>
                  <a:pt x="1845" y="201"/>
                </a:cubicBezTo>
                <a:cubicBezTo>
                  <a:pt x="1845" y="204"/>
                  <a:pt x="1847" y="206"/>
                  <a:pt x="1849" y="209"/>
                </a:cubicBezTo>
                <a:cubicBezTo>
                  <a:pt x="1873" y="240"/>
                  <a:pt x="1878" y="277"/>
                  <a:pt x="1876" y="315"/>
                </a:cubicBezTo>
                <a:cubicBezTo>
                  <a:pt x="1875" y="331"/>
                  <a:pt x="1878" y="347"/>
                  <a:pt x="1879" y="362"/>
                </a:cubicBezTo>
                <a:cubicBezTo>
                  <a:pt x="1879" y="384"/>
                  <a:pt x="1894" y="395"/>
                  <a:pt x="1909" y="407"/>
                </a:cubicBezTo>
                <a:cubicBezTo>
                  <a:pt x="1916" y="413"/>
                  <a:pt x="1925" y="418"/>
                  <a:pt x="1933" y="423"/>
                </a:cubicBezTo>
                <a:cubicBezTo>
                  <a:pt x="1935" y="425"/>
                  <a:pt x="1938" y="427"/>
                  <a:pt x="1938" y="429"/>
                </a:cubicBezTo>
                <a:cubicBezTo>
                  <a:pt x="1941" y="439"/>
                  <a:pt x="1950" y="442"/>
                  <a:pt x="1959" y="445"/>
                </a:cubicBezTo>
                <a:cubicBezTo>
                  <a:pt x="1962" y="447"/>
                  <a:pt x="1965" y="449"/>
                  <a:pt x="1969" y="449"/>
                </a:cubicBezTo>
                <a:cubicBezTo>
                  <a:pt x="1986" y="453"/>
                  <a:pt x="1992" y="465"/>
                  <a:pt x="1995" y="480"/>
                </a:cubicBezTo>
                <a:cubicBezTo>
                  <a:pt x="1998" y="493"/>
                  <a:pt x="1989" y="511"/>
                  <a:pt x="1977" y="517"/>
                </a:cubicBezTo>
                <a:cubicBezTo>
                  <a:pt x="1971" y="520"/>
                  <a:pt x="1967" y="521"/>
                  <a:pt x="1970" y="530"/>
                </a:cubicBezTo>
                <a:cubicBezTo>
                  <a:pt x="1971" y="535"/>
                  <a:pt x="1965" y="542"/>
                  <a:pt x="1963" y="549"/>
                </a:cubicBezTo>
                <a:cubicBezTo>
                  <a:pt x="1962" y="549"/>
                  <a:pt x="1961" y="549"/>
                  <a:pt x="1959" y="548"/>
                </a:cubicBezTo>
                <a:cubicBezTo>
                  <a:pt x="1961" y="551"/>
                  <a:pt x="1963" y="553"/>
                  <a:pt x="1965" y="555"/>
                </a:cubicBezTo>
                <a:cubicBezTo>
                  <a:pt x="1966" y="557"/>
                  <a:pt x="1967" y="560"/>
                  <a:pt x="1968" y="563"/>
                </a:cubicBezTo>
                <a:cubicBezTo>
                  <a:pt x="1965" y="564"/>
                  <a:pt x="1962" y="566"/>
                  <a:pt x="1959" y="565"/>
                </a:cubicBezTo>
                <a:cubicBezTo>
                  <a:pt x="1953" y="564"/>
                  <a:pt x="1949" y="566"/>
                  <a:pt x="1947" y="572"/>
                </a:cubicBezTo>
                <a:cubicBezTo>
                  <a:pt x="1942" y="586"/>
                  <a:pt x="1935" y="599"/>
                  <a:pt x="1928" y="612"/>
                </a:cubicBezTo>
                <a:cubicBezTo>
                  <a:pt x="1927" y="614"/>
                  <a:pt x="1927" y="617"/>
                  <a:pt x="1925" y="619"/>
                </a:cubicBezTo>
                <a:cubicBezTo>
                  <a:pt x="1922" y="621"/>
                  <a:pt x="1918" y="621"/>
                  <a:pt x="1914" y="622"/>
                </a:cubicBezTo>
                <a:cubicBezTo>
                  <a:pt x="1913" y="619"/>
                  <a:pt x="1911" y="616"/>
                  <a:pt x="1912" y="613"/>
                </a:cubicBezTo>
                <a:cubicBezTo>
                  <a:pt x="1914" y="604"/>
                  <a:pt x="1918" y="596"/>
                  <a:pt x="1921" y="587"/>
                </a:cubicBezTo>
                <a:cubicBezTo>
                  <a:pt x="1922" y="585"/>
                  <a:pt x="1922" y="583"/>
                  <a:pt x="1923" y="582"/>
                </a:cubicBezTo>
                <a:cubicBezTo>
                  <a:pt x="1922" y="581"/>
                  <a:pt x="1922" y="581"/>
                  <a:pt x="1921" y="580"/>
                </a:cubicBezTo>
                <a:cubicBezTo>
                  <a:pt x="1918" y="582"/>
                  <a:pt x="1915" y="585"/>
                  <a:pt x="1912" y="587"/>
                </a:cubicBezTo>
                <a:cubicBezTo>
                  <a:pt x="1903" y="593"/>
                  <a:pt x="1894" y="600"/>
                  <a:pt x="1885" y="606"/>
                </a:cubicBezTo>
                <a:cubicBezTo>
                  <a:pt x="1883" y="608"/>
                  <a:pt x="1880" y="611"/>
                  <a:pt x="1880" y="612"/>
                </a:cubicBezTo>
                <a:cubicBezTo>
                  <a:pt x="1881" y="617"/>
                  <a:pt x="1883" y="623"/>
                  <a:pt x="1887" y="624"/>
                </a:cubicBezTo>
                <a:cubicBezTo>
                  <a:pt x="1899" y="631"/>
                  <a:pt x="1913" y="636"/>
                  <a:pt x="1926" y="642"/>
                </a:cubicBezTo>
                <a:cubicBezTo>
                  <a:pt x="1957" y="654"/>
                  <a:pt x="1987" y="666"/>
                  <a:pt x="2017" y="679"/>
                </a:cubicBezTo>
                <a:cubicBezTo>
                  <a:pt x="2024" y="682"/>
                  <a:pt x="2027" y="681"/>
                  <a:pt x="2027" y="673"/>
                </a:cubicBezTo>
                <a:cubicBezTo>
                  <a:pt x="2027" y="669"/>
                  <a:pt x="2030" y="666"/>
                  <a:pt x="2031" y="662"/>
                </a:cubicBezTo>
                <a:cubicBezTo>
                  <a:pt x="2045" y="633"/>
                  <a:pt x="2059" y="604"/>
                  <a:pt x="2075" y="575"/>
                </a:cubicBezTo>
                <a:cubicBezTo>
                  <a:pt x="2085" y="557"/>
                  <a:pt x="2098" y="540"/>
                  <a:pt x="2112" y="523"/>
                </a:cubicBezTo>
                <a:cubicBezTo>
                  <a:pt x="2128" y="503"/>
                  <a:pt x="2146" y="485"/>
                  <a:pt x="2162" y="465"/>
                </a:cubicBezTo>
                <a:cubicBezTo>
                  <a:pt x="2167" y="459"/>
                  <a:pt x="2170" y="452"/>
                  <a:pt x="2174" y="446"/>
                </a:cubicBezTo>
                <a:cubicBezTo>
                  <a:pt x="2181" y="434"/>
                  <a:pt x="2187" y="422"/>
                  <a:pt x="2195" y="411"/>
                </a:cubicBezTo>
                <a:cubicBezTo>
                  <a:pt x="2200" y="406"/>
                  <a:pt x="2207" y="402"/>
                  <a:pt x="2212" y="397"/>
                </a:cubicBezTo>
                <a:cubicBezTo>
                  <a:pt x="2215" y="395"/>
                  <a:pt x="2216" y="391"/>
                  <a:pt x="2218" y="388"/>
                </a:cubicBezTo>
                <a:cubicBezTo>
                  <a:pt x="2214" y="386"/>
                  <a:pt x="2209" y="383"/>
                  <a:pt x="2205" y="381"/>
                </a:cubicBezTo>
                <a:cubicBezTo>
                  <a:pt x="2204" y="381"/>
                  <a:pt x="2203" y="382"/>
                  <a:pt x="2202" y="382"/>
                </a:cubicBezTo>
                <a:cubicBezTo>
                  <a:pt x="2188" y="385"/>
                  <a:pt x="2183" y="382"/>
                  <a:pt x="2174" y="364"/>
                </a:cubicBezTo>
                <a:cubicBezTo>
                  <a:pt x="2170" y="357"/>
                  <a:pt x="2167" y="348"/>
                  <a:pt x="2156" y="348"/>
                </a:cubicBezTo>
                <a:cubicBezTo>
                  <a:pt x="2159" y="339"/>
                  <a:pt x="2154" y="337"/>
                  <a:pt x="2147" y="335"/>
                </a:cubicBezTo>
                <a:cubicBezTo>
                  <a:pt x="2128" y="330"/>
                  <a:pt x="2126" y="327"/>
                  <a:pt x="2139" y="312"/>
                </a:cubicBezTo>
                <a:cubicBezTo>
                  <a:pt x="2151" y="298"/>
                  <a:pt x="2151" y="282"/>
                  <a:pt x="2154" y="266"/>
                </a:cubicBezTo>
                <a:cubicBezTo>
                  <a:pt x="2155" y="260"/>
                  <a:pt x="2159" y="253"/>
                  <a:pt x="2163" y="250"/>
                </a:cubicBezTo>
                <a:cubicBezTo>
                  <a:pt x="2182" y="239"/>
                  <a:pt x="2204" y="234"/>
                  <a:pt x="2225" y="233"/>
                </a:cubicBezTo>
                <a:cubicBezTo>
                  <a:pt x="2237" y="233"/>
                  <a:pt x="2249" y="238"/>
                  <a:pt x="2255" y="249"/>
                </a:cubicBezTo>
                <a:cubicBezTo>
                  <a:pt x="2259" y="256"/>
                  <a:pt x="2261" y="265"/>
                  <a:pt x="2261" y="273"/>
                </a:cubicBezTo>
                <a:cubicBezTo>
                  <a:pt x="2261" y="282"/>
                  <a:pt x="2265" y="285"/>
                  <a:pt x="2271" y="290"/>
                </a:cubicBezTo>
                <a:cubicBezTo>
                  <a:pt x="2277" y="294"/>
                  <a:pt x="2282" y="301"/>
                  <a:pt x="2289" y="309"/>
                </a:cubicBezTo>
                <a:cubicBezTo>
                  <a:pt x="2280" y="313"/>
                  <a:pt x="2274" y="316"/>
                  <a:pt x="2267" y="319"/>
                </a:cubicBezTo>
                <a:cubicBezTo>
                  <a:pt x="2261" y="322"/>
                  <a:pt x="2260" y="327"/>
                  <a:pt x="2262" y="333"/>
                </a:cubicBezTo>
                <a:cubicBezTo>
                  <a:pt x="2266" y="348"/>
                  <a:pt x="2271" y="362"/>
                  <a:pt x="2284" y="372"/>
                </a:cubicBezTo>
                <a:cubicBezTo>
                  <a:pt x="2292" y="379"/>
                  <a:pt x="2299" y="388"/>
                  <a:pt x="2306" y="395"/>
                </a:cubicBezTo>
                <a:cubicBezTo>
                  <a:pt x="2329" y="414"/>
                  <a:pt x="2337" y="441"/>
                  <a:pt x="2341" y="468"/>
                </a:cubicBezTo>
                <a:cubicBezTo>
                  <a:pt x="2343" y="487"/>
                  <a:pt x="2341" y="506"/>
                  <a:pt x="2340" y="525"/>
                </a:cubicBezTo>
                <a:cubicBezTo>
                  <a:pt x="2340" y="539"/>
                  <a:pt x="2338" y="553"/>
                  <a:pt x="2338" y="566"/>
                </a:cubicBezTo>
                <a:cubicBezTo>
                  <a:pt x="2338" y="567"/>
                  <a:pt x="2339" y="568"/>
                  <a:pt x="2341" y="571"/>
                </a:cubicBezTo>
                <a:cubicBezTo>
                  <a:pt x="2348" y="562"/>
                  <a:pt x="2355" y="553"/>
                  <a:pt x="2360" y="544"/>
                </a:cubicBezTo>
                <a:cubicBezTo>
                  <a:pt x="2368" y="531"/>
                  <a:pt x="2375" y="518"/>
                  <a:pt x="2382" y="504"/>
                </a:cubicBezTo>
                <a:cubicBezTo>
                  <a:pt x="2389" y="491"/>
                  <a:pt x="2396" y="478"/>
                  <a:pt x="2403" y="465"/>
                </a:cubicBezTo>
                <a:cubicBezTo>
                  <a:pt x="2416" y="441"/>
                  <a:pt x="2430" y="418"/>
                  <a:pt x="2443" y="395"/>
                </a:cubicBezTo>
                <a:cubicBezTo>
                  <a:pt x="2448" y="387"/>
                  <a:pt x="2451" y="378"/>
                  <a:pt x="2455" y="370"/>
                </a:cubicBezTo>
                <a:cubicBezTo>
                  <a:pt x="2456" y="368"/>
                  <a:pt x="2456" y="366"/>
                  <a:pt x="2456" y="363"/>
                </a:cubicBezTo>
                <a:cubicBezTo>
                  <a:pt x="2454" y="352"/>
                  <a:pt x="2452" y="342"/>
                  <a:pt x="2451" y="331"/>
                </a:cubicBezTo>
                <a:cubicBezTo>
                  <a:pt x="2450" y="328"/>
                  <a:pt x="2452" y="326"/>
                  <a:pt x="2453" y="323"/>
                </a:cubicBezTo>
                <a:cubicBezTo>
                  <a:pt x="2457" y="315"/>
                  <a:pt x="2462" y="307"/>
                  <a:pt x="2466" y="298"/>
                </a:cubicBezTo>
                <a:cubicBezTo>
                  <a:pt x="2474" y="280"/>
                  <a:pt x="2486" y="268"/>
                  <a:pt x="2508" y="271"/>
                </a:cubicBezTo>
                <a:cubicBezTo>
                  <a:pt x="2513" y="271"/>
                  <a:pt x="2518" y="271"/>
                  <a:pt x="2524" y="271"/>
                </a:cubicBezTo>
                <a:cubicBezTo>
                  <a:pt x="2520" y="261"/>
                  <a:pt x="2517" y="253"/>
                  <a:pt x="2514" y="246"/>
                </a:cubicBezTo>
                <a:cubicBezTo>
                  <a:pt x="2521" y="240"/>
                  <a:pt x="2523" y="224"/>
                  <a:pt x="2518" y="213"/>
                </a:cubicBezTo>
                <a:cubicBezTo>
                  <a:pt x="2513" y="200"/>
                  <a:pt x="2514" y="196"/>
                  <a:pt x="2524" y="187"/>
                </a:cubicBezTo>
                <a:cubicBezTo>
                  <a:pt x="2546" y="166"/>
                  <a:pt x="2571" y="161"/>
                  <a:pt x="2600" y="170"/>
                </a:cubicBezTo>
                <a:cubicBezTo>
                  <a:pt x="2612" y="173"/>
                  <a:pt x="2617" y="183"/>
                  <a:pt x="2619" y="193"/>
                </a:cubicBezTo>
                <a:cubicBezTo>
                  <a:pt x="2621" y="204"/>
                  <a:pt x="2620" y="215"/>
                  <a:pt x="2622" y="226"/>
                </a:cubicBezTo>
                <a:cubicBezTo>
                  <a:pt x="2623" y="233"/>
                  <a:pt x="2628" y="240"/>
                  <a:pt x="2631" y="247"/>
                </a:cubicBezTo>
                <a:cubicBezTo>
                  <a:pt x="2625" y="246"/>
                  <a:pt x="2621" y="245"/>
                  <a:pt x="2621" y="254"/>
                </a:cubicBezTo>
                <a:cubicBezTo>
                  <a:pt x="2621" y="261"/>
                  <a:pt x="2619" y="268"/>
                  <a:pt x="2617" y="274"/>
                </a:cubicBezTo>
                <a:cubicBezTo>
                  <a:pt x="2615" y="285"/>
                  <a:pt x="2623" y="291"/>
                  <a:pt x="2630" y="296"/>
                </a:cubicBezTo>
                <a:cubicBezTo>
                  <a:pt x="2648" y="309"/>
                  <a:pt x="2667" y="321"/>
                  <a:pt x="2684" y="335"/>
                </a:cubicBezTo>
                <a:cubicBezTo>
                  <a:pt x="2698" y="346"/>
                  <a:pt x="2710" y="359"/>
                  <a:pt x="2710" y="379"/>
                </a:cubicBezTo>
                <a:cubicBezTo>
                  <a:pt x="2710" y="382"/>
                  <a:pt x="2711" y="385"/>
                  <a:pt x="2712" y="388"/>
                </a:cubicBezTo>
                <a:cubicBezTo>
                  <a:pt x="2721" y="410"/>
                  <a:pt x="2717" y="431"/>
                  <a:pt x="2715" y="453"/>
                </a:cubicBezTo>
                <a:cubicBezTo>
                  <a:pt x="2712" y="481"/>
                  <a:pt x="2705" y="508"/>
                  <a:pt x="2708" y="537"/>
                </a:cubicBezTo>
                <a:cubicBezTo>
                  <a:pt x="2709" y="544"/>
                  <a:pt x="2710" y="551"/>
                  <a:pt x="2710" y="558"/>
                </a:cubicBezTo>
                <a:cubicBezTo>
                  <a:pt x="2709" y="592"/>
                  <a:pt x="2707" y="626"/>
                  <a:pt x="2706" y="660"/>
                </a:cubicBezTo>
                <a:cubicBezTo>
                  <a:pt x="2706" y="664"/>
                  <a:pt x="2705" y="668"/>
                  <a:pt x="2704" y="673"/>
                </a:cubicBezTo>
                <a:cubicBezTo>
                  <a:pt x="2706" y="673"/>
                  <a:pt x="2707" y="674"/>
                  <a:pt x="2708" y="674"/>
                </a:cubicBezTo>
                <a:cubicBezTo>
                  <a:pt x="2712" y="669"/>
                  <a:pt x="2716" y="664"/>
                  <a:pt x="2720" y="660"/>
                </a:cubicBezTo>
                <a:cubicBezTo>
                  <a:pt x="2732" y="648"/>
                  <a:pt x="2743" y="635"/>
                  <a:pt x="2757" y="626"/>
                </a:cubicBezTo>
                <a:cubicBezTo>
                  <a:pt x="2770" y="618"/>
                  <a:pt x="2777" y="607"/>
                  <a:pt x="2788" y="598"/>
                </a:cubicBezTo>
                <a:cubicBezTo>
                  <a:pt x="2797" y="590"/>
                  <a:pt x="2804" y="592"/>
                  <a:pt x="2811" y="602"/>
                </a:cubicBezTo>
                <a:cubicBezTo>
                  <a:pt x="2812" y="605"/>
                  <a:pt x="2814" y="609"/>
                  <a:pt x="2816" y="612"/>
                </a:cubicBezTo>
                <a:cubicBezTo>
                  <a:pt x="2821" y="619"/>
                  <a:pt x="2818" y="625"/>
                  <a:pt x="2814" y="631"/>
                </a:cubicBezTo>
                <a:cubicBezTo>
                  <a:pt x="2800" y="653"/>
                  <a:pt x="2787" y="675"/>
                  <a:pt x="2773" y="697"/>
                </a:cubicBezTo>
                <a:cubicBezTo>
                  <a:pt x="2771" y="702"/>
                  <a:pt x="2770" y="708"/>
                  <a:pt x="2770" y="711"/>
                </a:cubicBezTo>
                <a:cubicBezTo>
                  <a:pt x="2766" y="713"/>
                  <a:pt x="2761" y="715"/>
                  <a:pt x="2760" y="718"/>
                </a:cubicBezTo>
                <a:cubicBezTo>
                  <a:pt x="2757" y="722"/>
                  <a:pt x="2751" y="726"/>
                  <a:pt x="2759" y="734"/>
                </a:cubicBezTo>
                <a:cubicBezTo>
                  <a:pt x="2754" y="739"/>
                  <a:pt x="2747" y="743"/>
                  <a:pt x="2742" y="749"/>
                </a:cubicBezTo>
                <a:cubicBezTo>
                  <a:pt x="2736" y="755"/>
                  <a:pt x="2732" y="763"/>
                  <a:pt x="2727" y="770"/>
                </a:cubicBezTo>
                <a:cubicBezTo>
                  <a:pt x="2713" y="792"/>
                  <a:pt x="2700" y="814"/>
                  <a:pt x="2686" y="836"/>
                </a:cubicBezTo>
                <a:cubicBezTo>
                  <a:pt x="2681" y="844"/>
                  <a:pt x="2672" y="850"/>
                  <a:pt x="2664" y="857"/>
                </a:cubicBezTo>
                <a:cubicBezTo>
                  <a:pt x="2660" y="861"/>
                  <a:pt x="2659" y="864"/>
                  <a:pt x="2661" y="870"/>
                </a:cubicBezTo>
                <a:cubicBezTo>
                  <a:pt x="2665" y="878"/>
                  <a:pt x="2666" y="887"/>
                  <a:pt x="2663" y="896"/>
                </a:cubicBezTo>
                <a:cubicBezTo>
                  <a:pt x="2662" y="899"/>
                  <a:pt x="2663" y="903"/>
                  <a:pt x="2664" y="906"/>
                </a:cubicBezTo>
                <a:cubicBezTo>
                  <a:pt x="2668" y="918"/>
                  <a:pt x="2672" y="931"/>
                  <a:pt x="2677" y="943"/>
                </a:cubicBezTo>
                <a:cubicBezTo>
                  <a:pt x="2679" y="949"/>
                  <a:pt x="2683" y="955"/>
                  <a:pt x="2688" y="957"/>
                </a:cubicBezTo>
                <a:cubicBezTo>
                  <a:pt x="2720" y="971"/>
                  <a:pt x="2752" y="984"/>
                  <a:pt x="2784" y="997"/>
                </a:cubicBezTo>
                <a:cubicBezTo>
                  <a:pt x="2788" y="999"/>
                  <a:pt x="2793" y="998"/>
                  <a:pt x="2797" y="998"/>
                </a:cubicBezTo>
                <a:cubicBezTo>
                  <a:pt x="2858" y="998"/>
                  <a:pt x="2918" y="998"/>
                  <a:pt x="2980" y="998"/>
                </a:cubicBezTo>
                <a:cubicBezTo>
                  <a:pt x="2980" y="1027"/>
                  <a:pt x="2980" y="1056"/>
                  <a:pt x="2980" y="1086"/>
                </a:cubicBezTo>
                <a:cubicBezTo>
                  <a:pt x="1987" y="1086"/>
                  <a:pt x="994" y="1086"/>
                  <a:pt x="0" y="1086"/>
                </a:cubicBezTo>
                <a:cubicBezTo>
                  <a:pt x="0" y="992"/>
                  <a:pt x="0" y="899"/>
                  <a:pt x="0" y="806"/>
                </a:cubicBezTo>
                <a:close/>
                <a:moveTo>
                  <a:pt x="2347" y="754"/>
                </a:moveTo>
                <a:cubicBezTo>
                  <a:pt x="2345" y="754"/>
                  <a:pt x="2344" y="754"/>
                  <a:pt x="2343" y="754"/>
                </a:cubicBezTo>
                <a:cubicBezTo>
                  <a:pt x="2339" y="757"/>
                  <a:pt x="2333" y="761"/>
                  <a:pt x="2331" y="765"/>
                </a:cubicBezTo>
                <a:cubicBezTo>
                  <a:pt x="2326" y="774"/>
                  <a:pt x="2323" y="784"/>
                  <a:pt x="2318" y="793"/>
                </a:cubicBezTo>
                <a:cubicBezTo>
                  <a:pt x="2314" y="801"/>
                  <a:pt x="2317" y="804"/>
                  <a:pt x="2324" y="807"/>
                </a:cubicBezTo>
                <a:cubicBezTo>
                  <a:pt x="2357" y="821"/>
                  <a:pt x="2390" y="835"/>
                  <a:pt x="2423" y="848"/>
                </a:cubicBezTo>
                <a:cubicBezTo>
                  <a:pt x="2430" y="852"/>
                  <a:pt x="2433" y="850"/>
                  <a:pt x="2434" y="842"/>
                </a:cubicBezTo>
                <a:cubicBezTo>
                  <a:pt x="2435" y="825"/>
                  <a:pt x="2436" y="808"/>
                  <a:pt x="2438" y="791"/>
                </a:cubicBezTo>
                <a:cubicBezTo>
                  <a:pt x="2438" y="789"/>
                  <a:pt x="2437" y="786"/>
                  <a:pt x="2436" y="784"/>
                </a:cubicBezTo>
                <a:cubicBezTo>
                  <a:pt x="2429" y="769"/>
                  <a:pt x="2430" y="753"/>
                  <a:pt x="2433" y="737"/>
                </a:cubicBezTo>
                <a:cubicBezTo>
                  <a:pt x="2439" y="704"/>
                  <a:pt x="2445" y="671"/>
                  <a:pt x="2451" y="638"/>
                </a:cubicBezTo>
                <a:cubicBezTo>
                  <a:pt x="2455" y="620"/>
                  <a:pt x="2462" y="602"/>
                  <a:pt x="2466" y="584"/>
                </a:cubicBezTo>
                <a:cubicBezTo>
                  <a:pt x="2468" y="579"/>
                  <a:pt x="2469" y="572"/>
                  <a:pt x="2467" y="569"/>
                </a:cubicBezTo>
                <a:cubicBezTo>
                  <a:pt x="2460" y="560"/>
                  <a:pt x="2462" y="552"/>
                  <a:pt x="2468" y="544"/>
                </a:cubicBezTo>
                <a:cubicBezTo>
                  <a:pt x="2470" y="541"/>
                  <a:pt x="2472" y="538"/>
                  <a:pt x="2472" y="534"/>
                </a:cubicBezTo>
                <a:cubicBezTo>
                  <a:pt x="2473" y="526"/>
                  <a:pt x="2473" y="518"/>
                  <a:pt x="2473" y="510"/>
                </a:cubicBezTo>
                <a:cubicBezTo>
                  <a:pt x="2474" y="500"/>
                  <a:pt x="2476" y="490"/>
                  <a:pt x="2476" y="480"/>
                </a:cubicBezTo>
                <a:cubicBezTo>
                  <a:pt x="2477" y="478"/>
                  <a:pt x="2474" y="475"/>
                  <a:pt x="2473" y="472"/>
                </a:cubicBezTo>
                <a:cubicBezTo>
                  <a:pt x="2471" y="474"/>
                  <a:pt x="2469" y="475"/>
                  <a:pt x="2467" y="477"/>
                </a:cubicBezTo>
                <a:cubicBezTo>
                  <a:pt x="2456" y="487"/>
                  <a:pt x="2447" y="497"/>
                  <a:pt x="2436" y="506"/>
                </a:cubicBezTo>
                <a:cubicBezTo>
                  <a:pt x="2423" y="518"/>
                  <a:pt x="2408" y="528"/>
                  <a:pt x="2395" y="540"/>
                </a:cubicBezTo>
                <a:cubicBezTo>
                  <a:pt x="2390" y="544"/>
                  <a:pt x="2384" y="552"/>
                  <a:pt x="2385" y="557"/>
                </a:cubicBezTo>
                <a:cubicBezTo>
                  <a:pt x="2388" y="569"/>
                  <a:pt x="2383" y="578"/>
                  <a:pt x="2376" y="588"/>
                </a:cubicBezTo>
                <a:cubicBezTo>
                  <a:pt x="2374" y="590"/>
                  <a:pt x="2374" y="593"/>
                  <a:pt x="2373" y="596"/>
                </a:cubicBezTo>
                <a:cubicBezTo>
                  <a:pt x="2370" y="606"/>
                  <a:pt x="2367" y="616"/>
                  <a:pt x="2364" y="626"/>
                </a:cubicBezTo>
                <a:cubicBezTo>
                  <a:pt x="2363" y="628"/>
                  <a:pt x="2360" y="629"/>
                  <a:pt x="2357" y="630"/>
                </a:cubicBezTo>
                <a:cubicBezTo>
                  <a:pt x="2349" y="633"/>
                  <a:pt x="2345" y="627"/>
                  <a:pt x="2337" y="621"/>
                </a:cubicBezTo>
                <a:cubicBezTo>
                  <a:pt x="2338" y="630"/>
                  <a:pt x="2338" y="637"/>
                  <a:pt x="2339" y="643"/>
                </a:cubicBezTo>
                <a:cubicBezTo>
                  <a:pt x="2340" y="647"/>
                  <a:pt x="2340" y="652"/>
                  <a:pt x="2342" y="654"/>
                </a:cubicBezTo>
                <a:cubicBezTo>
                  <a:pt x="2351" y="664"/>
                  <a:pt x="2350" y="667"/>
                  <a:pt x="2338" y="671"/>
                </a:cubicBezTo>
                <a:cubicBezTo>
                  <a:pt x="2336" y="672"/>
                  <a:pt x="2333" y="676"/>
                  <a:pt x="2333" y="678"/>
                </a:cubicBezTo>
                <a:cubicBezTo>
                  <a:pt x="2334" y="687"/>
                  <a:pt x="2337" y="696"/>
                  <a:pt x="2338" y="706"/>
                </a:cubicBezTo>
                <a:cubicBezTo>
                  <a:pt x="2341" y="722"/>
                  <a:pt x="2344" y="738"/>
                  <a:pt x="2347" y="754"/>
                </a:cubicBezTo>
                <a:close/>
                <a:moveTo>
                  <a:pt x="2185" y="524"/>
                </a:moveTo>
                <a:cubicBezTo>
                  <a:pt x="2174" y="534"/>
                  <a:pt x="2160" y="543"/>
                  <a:pt x="2151" y="556"/>
                </a:cubicBezTo>
                <a:cubicBezTo>
                  <a:pt x="2137" y="576"/>
                  <a:pt x="2125" y="599"/>
                  <a:pt x="2104" y="614"/>
                </a:cubicBezTo>
                <a:cubicBezTo>
                  <a:pt x="2103" y="615"/>
                  <a:pt x="2102" y="616"/>
                  <a:pt x="2101" y="618"/>
                </a:cubicBezTo>
                <a:cubicBezTo>
                  <a:pt x="2094" y="628"/>
                  <a:pt x="2086" y="638"/>
                  <a:pt x="2079" y="649"/>
                </a:cubicBezTo>
                <a:cubicBezTo>
                  <a:pt x="2076" y="653"/>
                  <a:pt x="2075" y="659"/>
                  <a:pt x="2075" y="664"/>
                </a:cubicBezTo>
                <a:cubicBezTo>
                  <a:pt x="2073" y="673"/>
                  <a:pt x="2073" y="683"/>
                  <a:pt x="2071" y="692"/>
                </a:cubicBezTo>
                <a:cubicBezTo>
                  <a:pt x="2069" y="699"/>
                  <a:pt x="2070" y="702"/>
                  <a:pt x="2077" y="704"/>
                </a:cubicBezTo>
                <a:cubicBezTo>
                  <a:pt x="2103" y="715"/>
                  <a:pt x="2130" y="726"/>
                  <a:pt x="2156" y="738"/>
                </a:cubicBezTo>
                <a:cubicBezTo>
                  <a:pt x="2162" y="740"/>
                  <a:pt x="2165" y="739"/>
                  <a:pt x="2167" y="733"/>
                </a:cubicBezTo>
                <a:cubicBezTo>
                  <a:pt x="2169" y="729"/>
                  <a:pt x="2172" y="724"/>
                  <a:pt x="2174" y="719"/>
                </a:cubicBezTo>
                <a:cubicBezTo>
                  <a:pt x="2179" y="711"/>
                  <a:pt x="2189" y="705"/>
                  <a:pt x="2183" y="693"/>
                </a:cubicBezTo>
                <a:cubicBezTo>
                  <a:pt x="2182" y="692"/>
                  <a:pt x="2183" y="689"/>
                  <a:pt x="2184" y="688"/>
                </a:cubicBezTo>
                <a:cubicBezTo>
                  <a:pt x="2190" y="683"/>
                  <a:pt x="2201" y="679"/>
                  <a:pt x="2186" y="671"/>
                </a:cubicBezTo>
                <a:cubicBezTo>
                  <a:pt x="2186" y="671"/>
                  <a:pt x="2187" y="671"/>
                  <a:pt x="2186" y="670"/>
                </a:cubicBezTo>
                <a:cubicBezTo>
                  <a:pt x="2182" y="652"/>
                  <a:pt x="2178" y="635"/>
                  <a:pt x="2185" y="616"/>
                </a:cubicBezTo>
                <a:cubicBezTo>
                  <a:pt x="2186" y="613"/>
                  <a:pt x="2186" y="609"/>
                  <a:pt x="2186" y="605"/>
                </a:cubicBezTo>
                <a:cubicBezTo>
                  <a:pt x="2186" y="589"/>
                  <a:pt x="2186" y="573"/>
                  <a:pt x="2192" y="558"/>
                </a:cubicBezTo>
                <a:cubicBezTo>
                  <a:pt x="2197" y="547"/>
                  <a:pt x="2199" y="534"/>
                  <a:pt x="2185" y="524"/>
                </a:cubicBezTo>
                <a:close/>
                <a:moveTo>
                  <a:pt x="1366" y="777"/>
                </a:moveTo>
                <a:cubicBezTo>
                  <a:pt x="1379" y="785"/>
                  <a:pt x="1522" y="814"/>
                  <a:pt x="1529" y="811"/>
                </a:cubicBezTo>
                <a:cubicBezTo>
                  <a:pt x="1499" y="768"/>
                  <a:pt x="1404" y="762"/>
                  <a:pt x="1366" y="777"/>
                </a:cubicBezTo>
                <a:close/>
                <a:moveTo>
                  <a:pt x="1885" y="487"/>
                </a:moveTo>
                <a:cubicBezTo>
                  <a:pt x="1880" y="491"/>
                  <a:pt x="1878" y="493"/>
                  <a:pt x="1875" y="494"/>
                </a:cubicBezTo>
                <a:cubicBezTo>
                  <a:pt x="1867" y="498"/>
                  <a:pt x="1866" y="504"/>
                  <a:pt x="1870" y="512"/>
                </a:cubicBezTo>
                <a:cubicBezTo>
                  <a:pt x="1872" y="518"/>
                  <a:pt x="1872" y="524"/>
                  <a:pt x="1873" y="530"/>
                </a:cubicBezTo>
                <a:cubicBezTo>
                  <a:pt x="1874" y="536"/>
                  <a:pt x="1874" y="542"/>
                  <a:pt x="1875" y="548"/>
                </a:cubicBezTo>
                <a:cubicBezTo>
                  <a:pt x="1876" y="551"/>
                  <a:pt x="1879" y="555"/>
                  <a:pt x="1881" y="555"/>
                </a:cubicBezTo>
                <a:cubicBezTo>
                  <a:pt x="1887" y="554"/>
                  <a:pt x="1896" y="554"/>
                  <a:pt x="1898" y="550"/>
                </a:cubicBezTo>
                <a:cubicBezTo>
                  <a:pt x="1906" y="538"/>
                  <a:pt x="1910" y="523"/>
                  <a:pt x="1918" y="511"/>
                </a:cubicBezTo>
                <a:cubicBezTo>
                  <a:pt x="1923" y="501"/>
                  <a:pt x="1919" y="494"/>
                  <a:pt x="1913" y="487"/>
                </a:cubicBezTo>
                <a:cubicBezTo>
                  <a:pt x="1912" y="485"/>
                  <a:pt x="1908" y="484"/>
                  <a:pt x="1906" y="484"/>
                </a:cubicBezTo>
                <a:cubicBezTo>
                  <a:pt x="1905" y="485"/>
                  <a:pt x="1903" y="488"/>
                  <a:pt x="1903" y="491"/>
                </a:cubicBezTo>
                <a:cubicBezTo>
                  <a:pt x="1902" y="499"/>
                  <a:pt x="1902" y="507"/>
                  <a:pt x="1900" y="515"/>
                </a:cubicBezTo>
                <a:cubicBezTo>
                  <a:pt x="1900" y="518"/>
                  <a:pt x="1896" y="521"/>
                  <a:pt x="1894" y="523"/>
                </a:cubicBezTo>
                <a:cubicBezTo>
                  <a:pt x="1891" y="521"/>
                  <a:pt x="1887" y="518"/>
                  <a:pt x="1887" y="515"/>
                </a:cubicBezTo>
                <a:cubicBezTo>
                  <a:pt x="1886" y="510"/>
                  <a:pt x="1887" y="505"/>
                  <a:pt x="1887" y="499"/>
                </a:cubicBezTo>
                <a:cubicBezTo>
                  <a:pt x="1887" y="496"/>
                  <a:pt x="1886" y="492"/>
                  <a:pt x="1885" y="487"/>
                </a:cubicBezTo>
                <a:close/>
                <a:moveTo>
                  <a:pt x="2712" y="705"/>
                </a:moveTo>
                <a:cubicBezTo>
                  <a:pt x="2710" y="705"/>
                  <a:pt x="2709" y="704"/>
                  <a:pt x="2707" y="704"/>
                </a:cubicBezTo>
                <a:cubicBezTo>
                  <a:pt x="2705" y="708"/>
                  <a:pt x="2703" y="713"/>
                  <a:pt x="2700" y="717"/>
                </a:cubicBezTo>
                <a:cubicBezTo>
                  <a:pt x="2695" y="725"/>
                  <a:pt x="2690" y="735"/>
                  <a:pt x="2683" y="741"/>
                </a:cubicBezTo>
                <a:cubicBezTo>
                  <a:pt x="2675" y="749"/>
                  <a:pt x="2672" y="761"/>
                  <a:pt x="2679" y="767"/>
                </a:cubicBezTo>
                <a:cubicBezTo>
                  <a:pt x="2680" y="766"/>
                  <a:pt x="2681" y="766"/>
                  <a:pt x="2681" y="766"/>
                </a:cubicBezTo>
                <a:cubicBezTo>
                  <a:pt x="2691" y="749"/>
                  <a:pt x="2702" y="733"/>
                  <a:pt x="2711" y="716"/>
                </a:cubicBezTo>
                <a:cubicBezTo>
                  <a:pt x="2713" y="713"/>
                  <a:pt x="2712" y="709"/>
                  <a:pt x="2712" y="705"/>
                </a:cubicBezTo>
                <a:close/>
                <a:moveTo>
                  <a:pt x="2759" y="641"/>
                </a:moveTo>
                <a:cubicBezTo>
                  <a:pt x="2758" y="640"/>
                  <a:pt x="2756" y="639"/>
                  <a:pt x="2755" y="638"/>
                </a:cubicBezTo>
                <a:cubicBezTo>
                  <a:pt x="2743" y="652"/>
                  <a:pt x="2730" y="665"/>
                  <a:pt x="2717" y="679"/>
                </a:cubicBezTo>
                <a:cubicBezTo>
                  <a:pt x="2721" y="683"/>
                  <a:pt x="2724" y="687"/>
                  <a:pt x="2728" y="692"/>
                </a:cubicBezTo>
                <a:cubicBezTo>
                  <a:pt x="2739" y="674"/>
                  <a:pt x="2749" y="657"/>
                  <a:pt x="2759" y="641"/>
                </a:cubicBezTo>
                <a:close/>
                <a:moveTo>
                  <a:pt x="1911" y="568"/>
                </a:moveTo>
                <a:cubicBezTo>
                  <a:pt x="1902" y="564"/>
                  <a:pt x="1879" y="565"/>
                  <a:pt x="1879" y="570"/>
                </a:cubicBezTo>
                <a:cubicBezTo>
                  <a:pt x="1877" y="577"/>
                  <a:pt x="1878" y="585"/>
                  <a:pt x="1878" y="592"/>
                </a:cubicBezTo>
                <a:cubicBezTo>
                  <a:pt x="1879" y="593"/>
                  <a:pt x="1880" y="593"/>
                  <a:pt x="1881" y="593"/>
                </a:cubicBezTo>
                <a:cubicBezTo>
                  <a:pt x="1891" y="585"/>
                  <a:pt x="1900" y="577"/>
                  <a:pt x="1911" y="568"/>
                </a:cubicBezTo>
                <a:close/>
                <a:moveTo>
                  <a:pt x="2789" y="650"/>
                </a:moveTo>
                <a:cubicBezTo>
                  <a:pt x="2787" y="649"/>
                  <a:pt x="2785" y="649"/>
                  <a:pt x="2784" y="648"/>
                </a:cubicBezTo>
                <a:cubicBezTo>
                  <a:pt x="2778" y="656"/>
                  <a:pt x="2772" y="663"/>
                  <a:pt x="2768" y="671"/>
                </a:cubicBezTo>
                <a:cubicBezTo>
                  <a:pt x="2766" y="674"/>
                  <a:pt x="2769" y="680"/>
                  <a:pt x="2770" y="684"/>
                </a:cubicBezTo>
                <a:cubicBezTo>
                  <a:pt x="2773" y="682"/>
                  <a:pt x="2776" y="680"/>
                  <a:pt x="2779" y="678"/>
                </a:cubicBezTo>
                <a:cubicBezTo>
                  <a:pt x="2781" y="674"/>
                  <a:pt x="2784" y="670"/>
                  <a:pt x="2785" y="666"/>
                </a:cubicBezTo>
                <a:cubicBezTo>
                  <a:pt x="2787" y="661"/>
                  <a:pt x="2788" y="655"/>
                  <a:pt x="2789" y="650"/>
                </a:cubicBezTo>
                <a:close/>
                <a:moveTo>
                  <a:pt x="2724" y="758"/>
                </a:moveTo>
                <a:cubicBezTo>
                  <a:pt x="2738" y="748"/>
                  <a:pt x="2743" y="734"/>
                  <a:pt x="2736" y="726"/>
                </a:cubicBezTo>
                <a:cubicBezTo>
                  <a:pt x="2721" y="740"/>
                  <a:pt x="2718" y="749"/>
                  <a:pt x="2724" y="758"/>
                </a:cubicBezTo>
                <a:close/>
                <a:moveTo>
                  <a:pt x="2714" y="764"/>
                </a:moveTo>
                <a:cubicBezTo>
                  <a:pt x="2699" y="777"/>
                  <a:pt x="2696" y="788"/>
                  <a:pt x="2704" y="793"/>
                </a:cubicBezTo>
                <a:cubicBezTo>
                  <a:pt x="2718" y="778"/>
                  <a:pt x="2720" y="773"/>
                  <a:pt x="2714" y="764"/>
                </a:cubicBezTo>
                <a:close/>
                <a:moveTo>
                  <a:pt x="2747" y="723"/>
                </a:moveTo>
                <a:cubicBezTo>
                  <a:pt x="2761" y="711"/>
                  <a:pt x="2763" y="703"/>
                  <a:pt x="2756" y="696"/>
                </a:cubicBezTo>
                <a:cubicBezTo>
                  <a:pt x="2742" y="708"/>
                  <a:pt x="2740" y="712"/>
                  <a:pt x="2747" y="723"/>
                </a:cubicBezTo>
                <a:close/>
                <a:moveTo>
                  <a:pt x="2687" y="826"/>
                </a:moveTo>
                <a:cubicBezTo>
                  <a:pt x="2690" y="818"/>
                  <a:pt x="2694" y="811"/>
                  <a:pt x="2697" y="805"/>
                </a:cubicBezTo>
                <a:cubicBezTo>
                  <a:pt x="2683" y="811"/>
                  <a:pt x="2680" y="819"/>
                  <a:pt x="2687" y="826"/>
                </a:cubicBezTo>
                <a:close/>
                <a:moveTo>
                  <a:pt x="2360" y="608"/>
                </a:moveTo>
                <a:cubicBezTo>
                  <a:pt x="2361" y="600"/>
                  <a:pt x="2361" y="595"/>
                  <a:pt x="2362" y="590"/>
                </a:cubicBezTo>
                <a:cubicBezTo>
                  <a:pt x="2360" y="590"/>
                  <a:pt x="2356" y="590"/>
                  <a:pt x="2355" y="591"/>
                </a:cubicBezTo>
                <a:cubicBezTo>
                  <a:pt x="2351" y="596"/>
                  <a:pt x="2352" y="601"/>
                  <a:pt x="2360" y="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E4A1540-A398-4F6D-9BA0-74FC12594DA9}"/>
              </a:ext>
            </a:extLst>
          </p:cNvPr>
          <p:cNvSpPr/>
          <p:nvPr/>
        </p:nvSpPr>
        <p:spPr>
          <a:xfrm>
            <a:off x="4219074" y="6641432"/>
            <a:ext cx="7972926" cy="2258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EB56935-DC7B-4194-B073-9A722DD50427}"/>
              </a:ext>
            </a:extLst>
          </p:cNvPr>
          <p:cNvGrpSpPr/>
          <p:nvPr/>
        </p:nvGrpSpPr>
        <p:grpSpPr>
          <a:xfrm flipH="1">
            <a:off x="10728236" y="5252130"/>
            <a:ext cx="1319386" cy="1305531"/>
            <a:chOff x="3175" y="1588"/>
            <a:chExt cx="4686300" cy="4637087"/>
          </a:xfrm>
          <a:solidFill>
            <a:schemeClr val="accent1"/>
          </a:solidFill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xmlns="" id="{430FBBE0-3839-42FA-BF2D-FEAD7C285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8" y="3094038"/>
              <a:ext cx="98425" cy="133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xmlns="" id="{3DF6C43C-2FF2-4F80-8AD9-6E9BA4EFE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975" y="3094038"/>
              <a:ext cx="85725" cy="133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xmlns="" id="{DC6CF020-0440-4889-9E55-7E181ADD4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14801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xmlns="" id="{D83FF1DB-ADC0-4783-9693-F4BB3F89D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176588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xmlns="" id="{A7A67957-1DBB-4B37-B783-DC2FEC2E2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176588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xmlns="" id="{43EC8EA1-3213-4C70-9EC1-DDB548459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44170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xmlns="" id="{B704D3FA-4113-454E-A60E-195B1CF14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470275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xmlns="" id="{E8D7FD53-A8BD-4AE8-A761-A4A6BA21D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470275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xmlns="" id="{BC7A1C43-C435-4A2D-95C1-730D0C21C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373380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xmlns="" id="{AF29528E-C661-4315-8110-3E099C758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762375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xmlns="" id="{40887E4A-4204-473C-A730-A068D2041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3762375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xmlns="" id="{11E31C5A-3ACA-4FA3-937C-685B279FC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4027488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xmlns="" id="{82554AC5-87DB-476E-BFD6-2F04A366C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4056063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xmlns="" id="{8CA4A482-17C4-4694-A71F-541FDB321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4056063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xmlns="" id="{41D297ED-5966-46AB-B230-329629752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8" y="1897063"/>
              <a:ext cx="98425" cy="128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xmlns="" id="{EB1F61F9-E66F-48A6-90B2-F7A317D8E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975" y="1897063"/>
              <a:ext cx="85725" cy="128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xmlns="" id="{68ED6ACF-AFE6-4DD2-8C94-634CE0C67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189706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xmlns="" id="{4F2C01E8-F557-4B8E-9469-5A3D2AF5D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1925638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xmlns="" id="{3F12F38C-A784-4769-BB93-BEB25C031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1925638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xmlns="" id="{B18217E7-975A-4252-BD4C-23FEB89DA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189163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xmlns="" id="{5DB725A8-BE78-4A9A-8FDF-EEF1C05B7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217738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xmlns="" id="{AA51DD82-EE50-4045-8704-C1A12D1A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217738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xmlns="" id="{81C9C495-4C3D-45C3-9F96-6305616F7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48285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xmlns="" id="{D4ED258A-1B93-4F39-9F7A-EE6D7F19B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511425"/>
              <a:ext cx="306388" cy="304800"/>
            </a:xfrm>
            <a:custGeom>
              <a:avLst/>
              <a:gdLst>
                <a:gd name="T0" fmla="*/ 175 w 193"/>
                <a:gd name="T1" fmla="*/ 192 h 192"/>
                <a:gd name="T2" fmla="*/ 0 w 193"/>
                <a:gd name="T3" fmla="*/ 18 h 192"/>
                <a:gd name="T4" fmla="*/ 18 w 193"/>
                <a:gd name="T5" fmla="*/ 0 h 192"/>
                <a:gd name="T6" fmla="*/ 193 w 193"/>
                <a:gd name="T7" fmla="*/ 174 h 192"/>
                <a:gd name="T8" fmla="*/ 175 w 193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175" y="192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4"/>
                  </a:lnTo>
                  <a:lnTo>
                    <a:pt x="17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xmlns="" id="{02AAB840-3010-4F10-B694-987E83205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511425"/>
              <a:ext cx="306388" cy="304800"/>
            </a:xfrm>
            <a:custGeom>
              <a:avLst/>
              <a:gdLst>
                <a:gd name="T0" fmla="*/ 0 w 193"/>
                <a:gd name="T1" fmla="*/ 174 h 192"/>
                <a:gd name="T2" fmla="*/ 175 w 193"/>
                <a:gd name="T3" fmla="*/ 0 h 192"/>
                <a:gd name="T4" fmla="*/ 193 w 193"/>
                <a:gd name="T5" fmla="*/ 18 h 192"/>
                <a:gd name="T6" fmla="*/ 18 w 193"/>
                <a:gd name="T7" fmla="*/ 192 h 192"/>
                <a:gd name="T8" fmla="*/ 0 w 193"/>
                <a:gd name="T9" fmla="*/ 17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2">
                  <a:moveTo>
                    <a:pt x="0" y="174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2"/>
                  </a:lnTo>
                  <a:lnTo>
                    <a:pt x="0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xmlns="" id="{2A00C6E2-246D-430C-B161-6E264D85C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3" y="2774950"/>
              <a:ext cx="357188" cy="63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xmlns="" id="{6BDD953B-8C98-4083-ACDE-8B50EB645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803525"/>
              <a:ext cx="306388" cy="306387"/>
            </a:xfrm>
            <a:custGeom>
              <a:avLst/>
              <a:gdLst>
                <a:gd name="T0" fmla="*/ 175 w 193"/>
                <a:gd name="T1" fmla="*/ 193 h 193"/>
                <a:gd name="T2" fmla="*/ 0 w 193"/>
                <a:gd name="T3" fmla="*/ 18 h 193"/>
                <a:gd name="T4" fmla="*/ 18 w 193"/>
                <a:gd name="T5" fmla="*/ 0 h 193"/>
                <a:gd name="T6" fmla="*/ 193 w 193"/>
                <a:gd name="T7" fmla="*/ 175 h 193"/>
                <a:gd name="T8" fmla="*/ 175 w 193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175" y="193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193" y="175"/>
                  </a:lnTo>
                  <a:lnTo>
                    <a:pt x="175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xmlns="" id="{8E36E5C2-77AD-4C35-9FD8-86FD01E3C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163" y="2803525"/>
              <a:ext cx="306388" cy="306387"/>
            </a:xfrm>
            <a:custGeom>
              <a:avLst/>
              <a:gdLst>
                <a:gd name="T0" fmla="*/ 0 w 193"/>
                <a:gd name="T1" fmla="*/ 175 h 193"/>
                <a:gd name="T2" fmla="*/ 175 w 193"/>
                <a:gd name="T3" fmla="*/ 0 h 193"/>
                <a:gd name="T4" fmla="*/ 193 w 193"/>
                <a:gd name="T5" fmla="*/ 18 h 193"/>
                <a:gd name="T6" fmla="*/ 18 w 193"/>
                <a:gd name="T7" fmla="*/ 193 h 193"/>
                <a:gd name="T8" fmla="*/ 0 w 193"/>
                <a:gd name="T9" fmla="*/ 17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93">
                  <a:moveTo>
                    <a:pt x="0" y="175"/>
                  </a:moveTo>
                  <a:lnTo>
                    <a:pt x="175" y="0"/>
                  </a:lnTo>
                  <a:lnTo>
                    <a:pt x="193" y="18"/>
                  </a:lnTo>
                  <a:lnTo>
                    <a:pt x="18" y="193"/>
                  </a:lnTo>
                  <a:lnTo>
                    <a:pt x="0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xmlns="" id="{41466637-1BB4-4C73-A223-4A5C647BB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919163"/>
              <a:ext cx="44450" cy="9810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xmlns="" id="{868FF509-FD62-427C-AF17-A4D94AA38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875" y="919163"/>
              <a:ext cx="53975" cy="9810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xmlns="" id="{B53FA9C6-5F70-4E32-8318-0065281CA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915988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xmlns="" id="{78B07098-2CEE-439B-A684-C269E107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938213"/>
              <a:ext cx="236538" cy="234950"/>
            </a:xfrm>
            <a:custGeom>
              <a:avLst/>
              <a:gdLst>
                <a:gd name="T0" fmla="*/ 135 w 149"/>
                <a:gd name="T1" fmla="*/ 148 h 148"/>
                <a:gd name="T2" fmla="*/ 0 w 149"/>
                <a:gd name="T3" fmla="*/ 14 h 148"/>
                <a:gd name="T4" fmla="*/ 14 w 149"/>
                <a:gd name="T5" fmla="*/ 0 h 148"/>
                <a:gd name="T6" fmla="*/ 149 w 149"/>
                <a:gd name="T7" fmla="*/ 134 h 148"/>
                <a:gd name="T8" fmla="*/ 135 w 149"/>
                <a:gd name="T9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135" y="148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xmlns="" id="{B3E2BCE5-D7F8-418F-8A15-C9AFD9522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938213"/>
              <a:ext cx="236538" cy="234950"/>
            </a:xfrm>
            <a:custGeom>
              <a:avLst/>
              <a:gdLst>
                <a:gd name="T0" fmla="*/ 0 w 149"/>
                <a:gd name="T1" fmla="*/ 134 h 148"/>
                <a:gd name="T2" fmla="*/ 135 w 149"/>
                <a:gd name="T3" fmla="*/ 0 h 148"/>
                <a:gd name="T4" fmla="*/ 149 w 149"/>
                <a:gd name="T5" fmla="*/ 14 h 148"/>
                <a:gd name="T6" fmla="*/ 14 w 149"/>
                <a:gd name="T7" fmla="*/ 148 h 148"/>
                <a:gd name="T8" fmla="*/ 0 w 149"/>
                <a:gd name="T9" fmla="*/ 1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0" y="134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8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xmlns="" id="{50D184A7-E5E3-4D35-BB66-82E18054B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141413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xmlns="" id="{26072BE8-5A4F-4476-A5FE-B6D70D10C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160463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4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xmlns="" id="{0845C74B-1FCC-487F-B67C-7AC328890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160463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4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xmlns="" id="{6376C707-969D-47CE-81CA-BF090013E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36525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xmlns="" id="{88E0E642-2C6C-4862-AD0D-8F163EFAC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387475"/>
              <a:ext cx="236538" cy="231775"/>
            </a:xfrm>
            <a:custGeom>
              <a:avLst/>
              <a:gdLst>
                <a:gd name="T0" fmla="*/ 135 w 149"/>
                <a:gd name="T1" fmla="*/ 146 h 146"/>
                <a:gd name="T2" fmla="*/ 0 w 149"/>
                <a:gd name="T3" fmla="*/ 12 h 146"/>
                <a:gd name="T4" fmla="*/ 14 w 149"/>
                <a:gd name="T5" fmla="*/ 0 h 146"/>
                <a:gd name="T6" fmla="*/ 149 w 149"/>
                <a:gd name="T7" fmla="*/ 134 h 146"/>
                <a:gd name="T8" fmla="*/ 135 w 1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135" y="146"/>
                  </a:moveTo>
                  <a:lnTo>
                    <a:pt x="0" y="12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xmlns="" id="{3854C093-ACD9-449F-968B-6C998188D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387475"/>
              <a:ext cx="236538" cy="231775"/>
            </a:xfrm>
            <a:custGeom>
              <a:avLst/>
              <a:gdLst>
                <a:gd name="T0" fmla="*/ 0 w 149"/>
                <a:gd name="T1" fmla="*/ 134 h 146"/>
                <a:gd name="T2" fmla="*/ 135 w 149"/>
                <a:gd name="T3" fmla="*/ 0 h 146"/>
                <a:gd name="T4" fmla="*/ 149 w 149"/>
                <a:gd name="T5" fmla="*/ 12 h 146"/>
                <a:gd name="T6" fmla="*/ 14 w 149"/>
                <a:gd name="T7" fmla="*/ 146 h 146"/>
                <a:gd name="T8" fmla="*/ 0 w 149"/>
                <a:gd name="T9" fmla="*/ 13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0" y="134"/>
                  </a:moveTo>
                  <a:lnTo>
                    <a:pt x="135" y="0"/>
                  </a:lnTo>
                  <a:lnTo>
                    <a:pt x="149" y="12"/>
                  </a:lnTo>
                  <a:lnTo>
                    <a:pt x="14" y="146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xmlns="" id="{5A3E75A4-AD4E-4A9B-98FC-22F457172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590675"/>
              <a:ext cx="27463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xmlns="" id="{A31EE804-F995-4995-A8D9-879A3FA76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609725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4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xmlns="" id="{3B27DC9C-89B3-402B-A221-AC88ABBFE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1609725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4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xmlns="" id="{D80AB3DC-A5FE-42BC-8538-A96F5500B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217488"/>
              <a:ext cx="44450" cy="746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xmlns="" id="{55CAABA4-44F2-42F6-9AF8-E65989C9D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050" y="217488"/>
              <a:ext cx="53975" cy="746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xmlns="" id="{1D27D831-7D85-459F-B8BC-4F84C0A06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688" y="65088"/>
              <a:ext cx="287338" cy="188912"/>
            </a:xfrm>
            <a:custGeom>
              <a:avLst/>
              <a:gdLst>
                <a:gd name="T0" fmla="*/ 181 w 181"/>
                <a:gd name="T1" fmla="*/ 119 h 119"/>
                <a:gd name="T2" fmla="*/ 0 w 181"/>
                <a:gd name="T3" fmla="*/ 119 h 119"/>
                <a:gd name="T4" fmla="*/ 0 w 181"/>
                <a:gd name="T5" fmla="*/ 80 h 119"/>
                <a:gd name="T6" fmla="*/ 86 w 181"/>
                <a:gd name="T7" fmla="*/ 0 h 119"/>
                <a:gd name="T8" fmla="*/ 181 w 181"/>
                <a:gd name="T9" fmla="*/ 26 h 119"/>
                <a:gd name="T10" fmla="*/ 181 w 181"/>
                <a:gd name="T1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119">
                  <a:moveTo>
                    <a:pt x="181" y="119"/>
                  </a:moveTo>
                  <a:lnTo>
                    <a:pt x="0" y="119"/>
                  </a:lnTo>
                  <a:lnTo>
                    <a:pt x="0" y="80"/>
                  </a:lnTo>
                  <a:lnTo>
                    <a:pt x="86" y="0"/>
                  </a:lnTo>
                  <a:lnTo>
                    <a:pt x="181" y="26"/>
                  </a:lnTo>
                  <a:lnTo>
                    <a:pt x="181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xmlns="" id="{D9DDE899-A01A-455D-904B-40C07571A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227013"/>
              <a:ext cx="236538" cy="236537"/>
            </a:xfrm>
            <a:custGeom>
              <a:avLst/>
              <a:gdLst>
                <a:gd name="T0" fmla="*/ 135 w 149"/>
                <a:gd name="T1" fmla="*/ 149 h 149"/>
                <a:gd name="T2" fmla="*/ 0 w 149"/>
                <a:gd name="T3" fmla="*/ 15 h 149"/>
                <a:gd name="T4" fmla="*/ 14 w 149"/>
                <a:gd name="T5" fmla="*/ 0 h 149"/>
                <a:gd name="T6" fmla="*/ 149 w 149"/>
                <a:gd name="T7" fmla="*/ 135 h 149"/>
                <a:gd name="T8" fmla="*/ 135 w 149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135" y="149"/>
                  </a:moveTo>
                  <a:lnTo>
                    <a:pt x="0" y="15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xmlns="" id="{326E3D33-BDD2-4104-AB47-004491C2C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227013"/>
              <a:ext cx="236538" cy="236537"/>
            </a:xfrm>
            <a:custGeom>
              <a:avLst/>
              <a:gdLst>
                <a:gd name="T0" fmla="*/ 0 w 149"/>
                <a:gd name="T1" fmla="*/ 135 h 149"/>
                <a:gd name="T2" fmla="*/ 135 w 149"/>
                <a:gd name="T3" fmla="*/ 0 h 149"/>
                <a:gd name="T4" fmla="*/ 149 w 149"/>
                <a:gd name="T5" fmla="*/ 15 h 149"/>
                <a:gd name="T6" fmla="*/ 14 w 149"/>
                <a:gd name="T7" fmla="*/ 149 h 149"/>
                <a:gd name="T8" fmla="*/ 0 w 149"/>
                <a:gd name="T9" fmla="*/ 13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9">
                  <a:moveTo>
                    <a:pt x="0" y="135"/>
                  </a:moveTo>
                  <a:lnTo>
                    <a:pt x="135" y="0"/>
                  </a:lnTo>
                  <a:lnTo>
                    <a:pt x="149" y="15"/>
                  </a:lnTo>
                  <a:lnTo>
                    <a:pt x="14" y="149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xmlns="" id="{E75AD704-4635-4F3B-9827-8F2A1A1B7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43180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xmlns="" id="{B3EA00B8-BB9C-4A31-968C-508175DA4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450850"/>
              <a:ext cx="236538" cy="234950"/>
            </a:xfrm>
            <a:custGeom>
              <a:avLst/>
              <a:gdLst>
                <a:gd name="T0" fmla="*/ 135 w 149"/>
                <a:gd name="T1" fmla="*/ 148 h 148"/>
                <a:gd name="T2" fmla="*/ 0 w 149"/>
                <a:gd name="T3" fmla="*/ 14 h 148"/>
                <a:gd name="T4" fmla="*/ 14 w 149"/>
                <a:gd name="T5" fmla="*/ 0 h 148"/>
                <a:gd name="T6" fmla="*/ 149 w 149"/>
                <a:gd name="T7" fmla="*/ 134 h 148"/>
                <a:gd name="T8" fmla="*/ 135 w 149"/>
                <a:gd name="T9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135" y="148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49" y="134"/>
                  </a:lnTo>
                  <a:lnTo>
                    <a:pt x="135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xmlns="" id="{FBC46B5C-A44B-4CD4-934E-4F5795C31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450850"/>
              <a:ext cx="236538" cy="234950"/>
            </a:xfrm>
            <a:custGeom>
              <a:avLst/>
              <a:gdLst>
                <a:gd name="T0" fmla="*/ 0 w 149"/>
                <a:gd name="T1" fmla="*/ 134 h 148"/>
                <a:gd name="T2" fmla="*/ 135 w 149"/>
                <a:gd name="T3" fmla="*/ 0 h 148"/>
                <a:gd name="T4" fmla="*/ 149 w 149"/>
                <a:gd name="T5" fmla="*/ 14 h 148"/>
                <a:gd name="T6" fmla="*/ 14 w 149"/>
                <a:gd name="T7" fmla="*/ 148 h 148"/>
                <a:gd name="T8" fmla="*/ 0 w 149"/>
                <a:gd name="T9" fmla="*/ 1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8">
                  <a:moveTo>
                    <a:pt x="0" y="134"/>
                  </a:moveTo>
                  <a:lnTo>
                    <a:pt x="135" y="0"/>
                  </a:lnTo>
                  <a:lnTo>
                    <a:pt x="149" y="14"/>
                  </a:lnTo>
                  <a:lnTo>
                    <a:pt x="14" y="148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55">
              <a:extLst>
                <a:ext uri="{FF2B5EF4-FFF2-40B4-BE49-F238E27FC236}">
                  <a16:creationId xmlns:a16="http://schemas.microsoft.com/office/drawing/2014/main" xmlns="" id="{0E2330A8-3932-4ECB-B37B-6FCCCE018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8" y="654050"/>
              <a:ext cx="2746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xmlns="" id="{A7D6B8D0-8B1B-485B-AFFC-8CCDB3006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676275"/>
              <a:ext cx="236538" cy="233362"/>
            </a:xfrm>
            <a:custGeom>
              <a:avLst/>
              <a:gdLst>
                <a:gd name="T0" fmla="*/ 135 w 149"/>
                <a:gd name="T1" fmla="*/ 147 h 147"/>
                <a:gd name="T2" fmla="*/ 0 w 149"/>
                <a:gd name="T3" fmla="*/ 12 h 147"/>
                <a:gd name="T4" fmla="*/ 14 w 149"/>
                <a:gd name="T5" fmla="*/ 0 h 147"/>
                <a:gd name="T6" fmla="*/ 149 w 149"/>
                <a:gd name="T7" fmla="*/ 135 h 147"/>
                <a:gd name="T8" fmla="*/ 135 w 149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7">
                  <a:moveTo>
                    <a:pt x="135" y="147"/>
                  </a:moveTo>
                  <a:lnTo>
                    <a:pt x="0" y="12"/>
                  </a:lnTo>
                  <a:lnTo>
                    <a:pt x="14" y="0"/>
                  </a:lnTo>
                  <a:lnTo>
                    <a:pt x="149" y="135"/>
                  </a:lnTo>
                  <a:lnTo>
                    <a:pt x="135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xmlns="" id="{8E21CE75-486E-4699-AF23-722C046D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38" y="676275"/>
              <a:ext cx="236538" cy="233362"/>
            </a:xfrm>
            <a:custGeom>
              <a:avLst/>
              <a:gdLst>
                <a:gd name="T0" fmla="*/ 0 w 149"/>
                <a:gd name="T1" fmla="*/ 135 h 147"/>
                <a:gd name="T2" fmla="*/ 135 w 149"/>
                <a:gd name="T3" fmla="*/ 0 h 147"/>
                <a:gd name="T4" fmla="*/ 149 w 149"/>
                <a:gd name="T5" fmla="*/ 12 h 147"/>
                <a:gd name="T6" fmla="*/ 14 w 149"/>
                <a:gd name="T7" fmla="*/ 147 h 147"/>
                <a:gd name="T8" fmla="*/ 0 w 149"/>
                <a:gd name="T9" fmla="*/ 1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7">
                  <a:moveTo>
                    <a:pt x="0" y="135"/>
                  </a:moveTo>
                  <a:lnTo>
                    <a:pt x="135" y="0"/>
                  </a:lnTo>
                  <a:lnTo>
                    <a:pt x="149" y="12"/>
                  </a:lnTo>
                  <a:lnTo>
                    <a:pt x="14" y="147"/>
                  </a:lnTo>
                  <a:lnTo>
                    <a:pt x="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xmlns="" id="{70F0B29A-9177-4AE1-8809-12D4428FC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63" y="755650"/>
              <a:ext cx="825500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59">
              <a:extLst>
                <a:ext uri="{FF2B5EF4-FFF2-40B4-BE49-F238E27FC236}">
                  <a16:creationId xmlns:a16="http://schemas.microsoft.com/office/drawing/2014/main" xmlns="" id="{5D832766-C0F9-4B03-96F8-FB74E4219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63" y="950913"/>
              <a:ext cx="825500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60">
              <a:extLst>
                <a:ext uri="{FF2B5EF4-FFF2-40B4-BE49-F238E27FC236}">
                  <a16:creationId xmlns:a16="http://schemas.microsoft.com/office/drawing/2014/main" xmlns="" id="{68191A5D-FEF9-4138-ADFB-75F9BAE41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863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xmlns="" id="{0E1B00CD-92D9-463C-984D-20C77EBB8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650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1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1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xmlns="" id="{BBF76EDC-3F22-4DF3-8E14-B2067CEF0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650" y="773113"/>
              <a:ext cx="198438" cy="196850"/>
            </a:xfrm>
            <a:custGeom>
              <a:avLst/>
              <a:gdLst>
                <a:gd name="T0" fmla="*/ 11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1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1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xmlns="" id="{A3429A8A-8BE2-43DC-BBF6-6D48A3A05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950" y="755650"/>
              <a:ext cx="39688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xmlns="" id="{4D727443-F617-4E6B-BBF2-2526BB3FA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150" y="773113"/>
              <a:ext cx="201613" cy="196850"/>
            </a:xfrm>
            <a:custGeom>
              <a:avLst/>
              <a:gdLst>
                <a:gd name="T0" fmla="*/ 0 w 127"/>
                <a:gd name="T1" fmla="*/ 112 h 124"/>
                <a:gd name="T2" fmla="*/ 114 w 127"/>
                <a:gd name="T3" fmla="*/ 0 h 124"/>
                <a:gd name="T4" fmla="*/ 127 w 127"/>
                <a:gd name="T5" fmla="*/ 12 h 124"/>
                <a:gd name="T6" fmla="*/ 12 w 127"/>
                <a:gd name="T7" fmla="*/ 124 h 124"/>
                <a:gd name="T8" fmla="*/ 0 w 127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0" y="112"/>
                  </a:moveTo>
                  <a:lnTo>
                    <a:pt x="114" y="0"/>
                  </a:lnTo>
                  <a:lnTo>
                    <a:pt x="127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xmlns="" id="{E51A7D3E-1500-47DF-A034-F21242355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150" y="773113"/>
              <a:ext cx="201613" cy="196850"/>
            </a:xfrm>
            <a:custGeom>
              <a:avLst/>
              <a:gdLst>
                <a:gd name="T0" fmla="*/ 12 w 127"/>
                <a:gd name="T1" fmla="*/ 0 h 124"/>
                <a:gd name="T2" fmla="*/ 127 w 127"/>
                <a:gd name="T3" fmla="*/ 112 h 124"/>
                <a:gd name="T4" fmla="*/ 114 w 127"/>
                <a:gd name="T5" fmla="*/ 124 h 124"/>
                <a:gd name="T6" fmla="*/ 0 w 127"/>
                <a:gd name="T7" fmla="*/ 12 h 124"/>
                <a:gd name="T8" fmla="*/ 12 w 127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12" y="0"/>
                  </a:moveTo>
                  <a:lnTo>
                    <a:pt x="127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Rectangle 66">
              <a:extLst>
                <a:ext uri="{FF2B5EF4-FFF2-40B4-BE49-F238E27FC236}">
                  <a16:creationId xmlns:a16="http://schemas.microsoft.com/office/drawing/2014/main" xmlns="" id="{078E283E-E897-42E8-B756-FA94D8669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450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xmlns="" id="{AA28B08D-C6F3-4AED-A8E6-238FC76AA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5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4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4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xmlns="" id="{11FD0F8D-5C37-4466-B947-D5DA45873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5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4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Rectangle 69">
              <a:extLst>
                <a:ext uri="{FF2B5EF4-FFF2-40B4-BE49-F238E27FC236}">
                  <a16:creationId xmlns:a16="http://schemas.microsoft.com/office/drawing/2014/main" xmlns="" id="{CBB36E4C-598F-450C-9629-C63DF6710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538" y="755650"/>
              <a:ext cx="42863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xmlns="" id="{695382CD-1D55-4F2F-ACDF-0C679B466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3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2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2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xmlns="" id="{E631C064-A750-4A4B-AE7C-FDF7B4CD8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3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2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Rectangle 72">
              <a:extLst>
                <a:ext uri="{FF2B5EF4-FFF2-40B4-BE49-F238E27FC236}">
                  <a16:creationId xmlns:a16="http://schemas.microsoft.com/office/drawing/2014/main" xmlns="" id="{F1A543AD-BD1B-4DDA-A780-2455B1AC0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950" y="755650"/>
              <a:ext cx="822325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73">
              <a:extLst>
                <a:ext uri="{FF2B5EF4-FFF2-40B4-BE49-F238E27FC236}">
                  <a16:creationId xmlns:a16="http://schemas.microsoft.com/office/drawing/2014/main" xmlns="" id="{885367DF-8DC4-47C8-8029-8BF22C746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950" y="950913"/>
              <a:ext cx="822325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74">
              <a:extLst>
                <a:ext uri="{FF2B5EF4-FFF2-40B4-BE49-F238E27FC236}">
                  <a16:creationId xmlns:a16="http://schemas.microsoft.com/office/drawing/2014/main" xmlns="" id="{95F6D5A2-E27F-41FB-AE76-BC6084951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xmlns="" id="{48E3D338-7440-496E-939D-E3C46E26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138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0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0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xmlns="" id="{7350E51F-6ADF-4874-83D0-C0529230A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138" y="773113"/>
              <a:ext cx="198438" cy="196850"/>
            </a:xfrm>
            <a:custGeom>
              <a:avLst/>
              <a:gdLst>
                <a:gd name="T0" fmla="*/ 10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0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0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Rectangle 77">
              <a:extLst>
                <a:ext uri="{FF2B5EF4-FFF2-40B4-BE49-F238E27FC236}">
                  <a16:creationId xmlns:a16="http://schemas.microsoft.com/office/drawing/2014/main" xmlns="" id="{686AD2B7-4474-4383-9862-3DA023243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263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xmlns="" id="{C420D568-D93D-4A1B-8BE2-C75B2936C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773113"/>
              <a:ext cx="200025" cy="196850"/>
            </a:xfrm>
            <a:custGeom>
              <a:avLst/>
              <a:gdLst>
                <a:gd name="T0" fmla="*/ 0 w 126"/>
                <a:gd name="T1" fmla="*/ 112 h 124"/>
                <a:gd name="T2" fmla="*/ 114 w 126"/>
                <a:gd name="T3" fmla="*/ 0 h 124"/>
                <a:gd name="T4" fmla="*/ 126 w 126"/>
                <a:gd name="T5" fmla="*/ 12 h 124"/>
                <a:gd name="T6" fmla="*/ 12 w 126"/>
                <a:gd name="T7" fmla="*/ 124 h 124"/>
                <a:gd name="T8" fmla="*/ 0 w 126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24">
                  <a:moveTo>
                    <a:pt x="0" y="112"/>
                  </a:moveTo>
                  <a:lnTo>
                    <a:pt x="114" y="0"/>
                  </a:lnTo>
                  <a:lnTo>
                    <a:pt x="126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xmlns="" id="{C9BA9E8D-C011-40E2-A44D-83B7D6C54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773113"/>
              <a:ext cx="200025" cy="196850"/>
            </a:xfrm>
            <a:custGeom>
              <a:avLst/>
              <a:gdLst>
                <a:gd name="T0" fmla="*/ 12 w 126"/>
                <a:gd name="T1" fmla="*/ 0 h 124"/>
                <a:gd name="T2" fmla="*/ 126 w 126"/>
                <a:gd name="T3" fmla="*/ 112 h 124"/>
                <a:gd name="T4" fmla="*/ 114 w 126"/>
                <a:gd name="T5" fmla="*/ 124 h 124"/>
                <a:gd name="T6" fmla="*/ 0 w 126"/>
                <a:gd name="T7" fmla="*/ 12 h 124"/>
                <a:gd name="T8" fmla="*/ 12 w 126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24">
                  <a:moveTo>
                    <a:pt x="12" y="0"/>
                  </a:moveTo>
                  <a:lnTo>
                    <a:pt x="126" y="112"/>
                  </a:lnTo>
                  <a:lnTo>
                    <a:pt x="114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Rectangle 80">
              <a:extLst>
                <a:ext uri="{FF2B5EF4-FFF2-40B4-BE49-F238E27FC236}">
                  <a16:creationId xmlns:a16="http://schemas.microsoft.com/office/drawing/2014/main" xmlns="" id="{36DC91EE-447E-4D83-A2D8-A3579AC2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938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xmlns="" id="{B2837E5B-C037-4D90-A97E-6D8B691CD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25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xmlns="" id="{902A64A8-6CF2-489A-9F90-A7CD0C5C1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25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Rectangle 83">
              <a:extLst>
                <a:ext uri="{FF2B5EF4-FFF2-40B4-BE49-F238E27FC236}">
                  <a16:creationId xmlns:a16="http://schemas.microsoft.com/office/drawing/2014/main" xmlns="" id="{2804124A-4127-4217-9559-F4CEB7776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025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xmlns="" id="{4268B51E-8E92-417C-960D-8B3970276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400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xmlns="" id="{5C9F3032-6476-4107-8093-1A0F86AE9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400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Rectangle 86">
              <a:extLst>
                <a:ext uri="{FF2B5EF4-FFF2-40B4-BE49-F238E27FC236}">
                  <a16:creationId xmlns:a16="http://schemas.microsoft.com/office/drawing/2014/main" xmlns="" id="{E9116AB6-1454-4197-B133-956D6BE04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950" y="755650"/>
              <a:ext cx="825500" cy="39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xmlns="" id="{5C3E7896-2E2F-46CC-864B-8FE073A54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950913"/>
              <a:ext cx="1379538" cy="44450"/>
            </a:xfrm>
            <a:custGeom>
              <a:avLst/>
              <a:gdLst>
                <a:gd name="T0" fmla="*/ 869 w 869"/>
                <a:gd name="T1" fmla="*/ 0 h 28"/>
                <a:gd name="T2" fmla="*/ 869 w 869"/>
                <a:gd name="T3" fmla="*/ 28 h 28"/>
                <a:gd name="T4" fmla="*/ 0 w 869"/>
                <a:gd name="T5" fmla="*/ 28 h 28"/>
                <a:gd name="T6" fmla="*/ 0 w 869"/>
                <a:gd name="T7" fmla="*/ 0 h 28"/>
                <a:gd name="T8" fmla="*/ 777 w 869"/>
                <a:gd name="T9" fmla="*/ 0 h 28"/>
                <a:gd name="T10" fmla="*/ 869 w 869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9" h="28">
                  <a:moveTo>
                    <a:pt x="869" y="0"/>
                  </a:moveTo>
                  <a:lnTo>
                    <a:pt x="869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777" y="0"/>
                  </a:lnTo>
                  <a:lnTo>
                    <a:pt x="86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8">
              <a:extLst>
                <a:ext uri="{FF2B5EF4-FFF2-40B4-BE49-F238E27FC236}">
                  <a16:creationId xmlns:a16="http://schemas.microsoft.com/office/drawing/2014/main" xmlns="" id="{ABF692ED-9654-4B06-9600-9F3148E1E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950913"/>
              <a:ext cx="1379538" cy="44450"/>
            </a:xfrm>
            <a:custGeom>
              <a:avLst/>
              <a:gdLst>
                <a:gd name="T0" fmla="*/ 869 w 869"/>
                <a:gd name="T1" fmla="*/ 0 h 28"/>
                <a:gd name="T2" fmla="*/ 869 w 869"/>
                <a:gd name="T3" fmla="*/ 28 h 28"/>
                <a:gd name="T4" fmla="*/ 0 w 869"/>
                <a:gd name="T5" fmla="*/ 28 h 28"/>
                <a:gd name="T6" fmla="*/ 0 w 869"/>
                <a:gd name="T7" fmla="*/ 0 h 28"/>
                <a:gd name="T8" fmla="*/ 777 w 869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" h="28">
                  <a:moveTo>
                    <a:pt x="869" y="0"/>
                  </a:moveTo>
                  <a:lnTo>
                    <a:pt x="869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777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89">
              <a:extLst>
                <a:ext uri="{FF2B5EF4-FFF2-40B4-BE49-F238E27FC236}">
                  <a16:creationId xmlns:a16="http://schemas.microsoft.com/office/drawing/2014/main" xmlns="" id="{C9F8889F-8D96-4252-801F-26EC1315A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4350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xmlns="" id="{699899DD-6A51-461B-AC44-ACC6953DF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138" y="773113"/>
              <a:ext cx="198438" cy="196850"/>
            </a:xfrm>
            <a:custGeom>
              <a:avLst/>
              <a:gdLst>
                <a:gd name="T0" fmla="*/ 0 w 125"/>
                <a:gd name="T1" fmla="*/ 112 h 124"/>
                <a:gd name="T2" fmla="*/ 113 w 125"/>
                <a:gd name="T3" fmla="*/ 0 h 124"/>
                <a:gd name="T4" fmla="*/ 125 w 125"/>
                <a:gd name="T5" fmla="*/ 12 h 124"/>
                <a:gd name="T6" fmla="*/ 12 w 125"/>
                <a:gd name="T7" fmla="*/ 124 h 124"/>
                <a:gd name="T8" fmla="*/ 0 w 125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0" y="112"/>
                  </a:moveTo>
                  <a:lnTo>
                    <a:pt x="113" y="0"/>
                  </a:lnTo>
                  <a:lnTo>
                    <a:pt x="125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xmlns="" id="{6D668B86-D173-434E-A0DA-9F19AF564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138" y="773113"/>
              <a:ext cx="198438" cy="196850"/>
            </a:xfrm>
            <a:custGeom>
              <a:avLst/>
              <a:gdLst>
                <a:gd name="T0" fmla="*/ 12 w 125"/>
                <a:gd name="T1" fmla="*/ 0 h 124"/>
                <a:gd name="T2" fmla="*/ 125 w 125"/>
                <a:gd name="T3" fmla="*/ 112 h 124"/>
                <a:gd name="T4" fmla="*/ 113 w 125"/>
                <a:gd name="T5" fmla="*/ 124 h 124"/>
                <a:gd name="T6" fmla="*/ 0 w 125"/>
                <a:gd name="T7" fmla="*/ 12 h 124"/>
                <a:gd name="T8" fmla="*/ 12 w 125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2" y="0"/>
                  </a:moveTo>
                  <a:lnTo>
                    <a:pt x="125" y="112"/>
                  </a:lnTo>
                  <a:lnTo>
                    <a:pt x="113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Rectangle 92">
              <a:extLst>
                <a:ext uri="{FF2B5EF4-FFF2-40B4-BE49-F238E27FC236}">
                  <a16:creationId xmlns:a16="http://schemas.microsoft.com/office/drawing/2014/main" xmlns="" id="{480AC855-0BF6-45B7-B6BE-8A9F1F842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5438" y="755650"/>
              <a:ext cx="38100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xmlns="" id="{C51850BF-ED3A-4DE3-8F1B-EFEC16B6F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813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0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0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xmlns="" id="{568BDB93-27C4-4F16-B39F-31D95AB7A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813" y="773113"/>
              <a:ext cx="196850" cy="196850"/>
            </a:xfrm>
            <a:custGeom>
              <a:avLst/>
              <a:gdLst>
                <a:gd name="T0" fmla="*/ 10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0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0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Rectangle 95">
              <a:extLst>
                <a:ext uri="{FF2B5EF4-FFF2-40B4-BE49-F238E27FC236}">
                  <a16:creationId xmlns:a16="http://schemas.microsoft.com/office/drawing/2014/main" xmlns="" id="{1D4BE679-7E19-4F73-926F-22949A557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6">
              <a:extLst>
                <a:ext uri="{FF2B5EF4-FFF2-40B4-BE49-F238E27FC236}">
                  <a16:creationId xmlns:a16="http://schemas.microsoft.com/office/drawing/2014/main" xmlns="" id="{D70A3459-A1AE-47E9-816E-E9695F654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725" y="773113"/>
              <a:ext cx="201613" cy="196850"/>
            </a:xfrm>
            <a:custGeom>
              <a:avLst/>
              <a:gdLst>
                <a:gd name="T0" fmla="*/ 0 w 127"/>
                <a:gd name="T1" fmla="*/ 112 h 124"/>
                <a:gd name="T2" fmla="*/ 115 w 127"/>
                <a:gd name="T3" fmla="*/ 0 h 124"/>
                <a:gd name="T4" fmla="*/ 127 w 127"/>
                <a:gd name="T5" fmla="*/ 12 h 124"/>
                <a:gd name="T6" fmla="*/ 12 w 127"/>
                <a:gd name="T7" fmla="*/ 124 h 124"/>
                <a:gd name="T8" fmla="*/ 0 w 127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0" y="112"/>
                  </a:moveTo>
                  <a:lnTo>
                    <a:pt x="115" y="0"/>
                  </a:lnTo>
                  <a:lnTo>
                    <a:pt x="127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7">
              <a:extLst>
                <a:ext uri="{FF2B5EF4-FFF2-40B4-BE49-F238E27FC236}">
                  <a16:creationId xmlns:a16="http://schemas.microsoft.com/office/drawing/2014/main" xmlns="" id="{8FA5C4C3-5B4C-4055-A04C-7C47F523B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725" y="773113"/>
              <a:ext cx="201613" cy="196850"/>
            </a:xfrm>
            <a:custGeom>
              <a:avLst/>
              <a:gdLst>
                <a:gd name="T0" fmla="*/ 12 w 127"/>
                <a:gd name="T1" fmla="*/ 0 h 124"/>
                <a:gd name="T2" fmla="*/ 127 w 127"/>
                <a:gd name="T3" fmla="*/ 112 h 124"/>
                <a:gd name="T4" fmla="*/ 115 w 127"/>
                <a:gd name="T5" fmla="*/ 124 h 124"/>
                <a:gd name="T6" fmla="*/ 0 w 127"/>
                <a:gd name="T7" fmla="*/ 12 h 124"/>
                <a:gd name="T8" fmla="*/ 12 w 127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4">
                  <a:moveTo>
                    <a:pt x="12" y="0"/>
                  </a:moveTo>
                  <a:lnTo>
                    <a:pt x="127" y="112"/>
                  </a:lnTo>
                  <a:lnTo>
                    <a:pt x="115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Rectangle 98">
              <a:extLst>
                <a:ext uri="{FF2B5EF4-FFF2-40B4-BE49-F238E27FC236}">
                  <a16:creationId xmlns:a16="http://schemas.microsoft.com/office/drawing/2014/main" xmlns="" id="{98692A75-D2A2-42C2-93F6-159E93BF3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025" y="755650"/>
              <a:ext cx="41275" cy="2301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99">
              <a:extLst>
                <a:ext uri="{FF2B5EF4-FFF2-40B4-BE49-F238E27FC236}">
                  <a16:creationId xmlns:a16="http://schemas.microsoft.com/office/drawing/2014/main" xmlns="" id="{8DCCF4B5-09FD-48BE-8EE7-F207AE75D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400" y="773113"/>
              <a:ext cx="196850" cy="196850"/>
            </a:xfrm>
            <a:custGeom>
              <a:avLst/>
              <a:gdLst>
                <a:gd name="T0" fmla="*/ 0 w 124"/>
                <a:gd name="T1" fmla="*/ 112 h 124"/>
                <a:gd name="T2" fmla="*/ 112 w 124"/>
                <a:gd name="T3" fmla="*/ 0 h 124"/>
                <a:gd name="T4" fmla="*/ 124 w 124"/>
                <a:gd name="T5" fmla="*/ 12 h 124"/>
                <a:gd name="T6" fmla="*/ 12 w 124"/>
                <a:gd name="T7" fmla="*/ 124 h 124"/>
                <a:gd name="T8" fmla="*/ 0 w 124"/>
                <a:gd name="T9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0" y="112"/>
                  </a:moveTo>
                  <a:lnTo>
                    <a:pt x="112" y="0"/>
                  </a:lnTo>
                  <a:lnTo>
                    <a:pt x="124" y="12"/>
                  </a:lnTo>
                  <a:lnTo>
                    <a:pt x="12" y="124"/>
                  </a:lnTo>
                  <a:lnTo>
                    <a:pt x="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00">
              <a:extLst>
                <a:ext uri="{FF2B5EF4-FFF2-40B4-BE49-F238E27FC236}">
                  <a16:creationId xmlns:a16="http://schemas.microsoft.com/office/drawing/2014/main" xmlns="" id="{665A8DAC-93B1-426C-9D9E-388F557BB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400" y="773113"/>
              <a:ext cx="196850" cy="196850"/>
            </a:xfrm>
            <a:custGeom>
              <a:avLst/>
              <a:gdLst>
                <a:gd name="T0" fmla="*/ 12 w 124"/>
                <a:gd name="T1" fmla="*/ 0 h 124"/>
                <a:gd name="T2" fmla="*/ 124 w 124"/>
                <a:gd name="T3" fmla="*/ 112 h 124"/>
                <a:gd name="T4" fmla="*/ 112 w 124"/>
                <a:gd name="T5" fmla="*/ 124 h 124"/>
                <a:gd name="T6" fmla="*/ 0 w 124"/>
                <a:gd name="T7" fmla="*/ 12 h 124"/>
                <a:gd name="T8" fmla="*/ 12 w 124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4">
                  <a:moveTo>
                    <a:pt x="12" y="0"/>
                  </a:moveTo>
                  <a:lnTo>
                    <a:pt x="124" y="112"/>
                  </a:lnTo>
                  <a:lnTo>
                    <a:pt x="112" y="124"/>
                  </a:lnTo>
                  <a:lnTo>
                    <a:pt x="0" y="12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01">
              <a:extLst>
                <a:ext uri="{FF2B5EF4-FFF2-40B4-BE49-F238E27FC236}">
                  <a16:creationId xmlns:a16="http://schemas.microsoft.com/office/drawing/2014/main" xmlns="" id="{5DB23F76-C46F-4D25-BAE3-3F63578C1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3" y="628650"/>
              <a:ext cx="652463" cy="474662"/>
            </a:xfrm>
            <a:custGeom>
              <a:avLst/>
              <a:gdLst>
                <a:gd name="T0" fmla="*/ 205 w 205"/>
                <a:gd name="T1" fmla="*/ 149 h 149"/>
                <a:gd name="T2" fmla="*/ 0 w 205"/>
                <a:gd name="T3" fmla="*/ 149 h 149"/>
                <a:gd name="T4" fmla="*/ 0 w 205"/>
                <a:gd name="T5" fmla="*/ 0 h 149"/>
                <a:gd name="T6" fmla="*/ 125 w 205"/>
                <a:gd name="T7" fmla="*/ 0 h 149"/>
                <a:gd name="T8" fmla="*/ 205 w 205"/>
                <a:gd name="T9" fmla="*/ 67 h 149"/>
                <a:gd name="T10" fmla="*/ 205 w 205"/>
                <a:gd name="T11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5" h="149">
                  <a:moveTo>
                    <a:pt x="205" y="149"/>
                  </a:moveTo>
                  <a:cubicBezTo>
                    <a:pt x="0" y="149"/>
                    <a:pt x="0" y="149"/>
                    <a:pt x="0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69" y="0"/>
                    <a:pt x="205" y="30"/>
                    <a:pt x="205" y="67"/>
                  </a:cubicBezTo>
                  <a:lnTo>
                    <a:pt x="205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Rectangle 102">
              <a:extLst>
                <a:ext uri="{FF2B5EF4-FFF2-40B4-BE49-F238E27FC236}">
                  <a16:creationId xmlns:a16="http://schemas.microsoft.com/office/drawing/2014/main" xmlns="" id="{98FB8992-41D8-4BCA-9F9B-7BB08EB21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38" y="698500"/>
              <a:ext cx="219075" cy="4905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xmlns="" id="{1299055D-271D-4FE0-A61F-1E494C1FD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63" y="1588"/>
              <a:ext cx="3952875" cy="977900"/>
            </a:xfrm>
            <a:custGeom>
              <a:avLst/>
              <a:gdLst>
                <a:gd name="T0" fmla="*/ 2474 w 2490"/>
                <a:gd name="T1" fmla="*/ 616 h 616"/>
                <a:gd name="T2" fmla="*/ 580 w 2490"/>
                <a:gd name="T3" fmla="*/ 48 h 616"/>
                <a:gd name="T4" fmla="*/ 28 w 2490"/>
                <a:gd name="T5" fmla="*/ 469 h 616"/>
                <a:gd name="T6" fmla="*/ 0 w 2490"/>
                <a:gd name="T7" fmla="*/ 437 h 616"/>
                <a:gd name="T8" fmla="*/ 572 w 2490"/>
                <a:gd name="T9" fmla="*/ 0 h 616"/>
                <a:gd name="T10" fmla="*/ 2490 w 2490"/>
                <a:gd name="T11" fmla="*/ 578 h 616"/>
                <a:gd name="T12" fmla="*/ 2474 w 2490"/>
                <a:gd name="T13" fmla="*/ 616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0" h="616">
                  <a:moveTo>
                    <a:pt x="2474" y="616"/>
                  </a:moveTo>
                  <a:lnTo>
                    <a:pt x="580" y="48"/>
                  </a:lnTo>
                  <a:lnTo>
                    <a:pt x="28" y="469"/>
                  </a:lnTo>
                  <a:lnTo>
                    <a:pt x="0" y="437"/>
                  </a:lnTo>
                  <a:lnTo>
                    <a:pt x="572" y="0"/>
                  </a:lnTo>
                  <a:lnTo>
                    <a:pt x="2490" y="578"/>
                  </a:lnTo>
                  <a:lnTo>
                    <a:pt x="2474" y="6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Rectangle 104">
              <a:extLst>
                <a:ext uri="{FF2B5EF4-FFF2-40B4-BE49-F238E27FC236}">
                  <a16:creationId xmlns:a16="http://schemas.microsoft.com/office/drawing/2014/main" xmlns="" id="{DC3E0313-F5D2-446F-8C9E-0BB08F788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188" y="966788"/>
              <a:ext cx="44450" cy="1012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Rectangle 105">
              <a:extLst>
                <a:ext uri="{FF2B5EF4-FFF2-40B4-BE49-F238E27FC236}">
                  <a16:creationId xmlns:a16="http://schemas.microsoft.com/office/drawing/2014/main" xmlns="" id="{D50BFBCE-1EB5-437F-9FD7-638AB3DA9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5" y="1938338"/>
              <a:ext cx="736600" cy="2413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Rectangle 106">
              <a:extLst>
                <a:ext uri="{FF2B5EF4-FFF2-40B4-BE49-F238E27FC236}">
                  <a16:creationId xmlns:a16="http://schemas.microsoft.com/office/drawing/2014/main" xmlns="" id="{2F1E5086-8982-443D-BEF9-2058DE2CC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338" y="1855788"/>
              <a:ext cx="187325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Rectangle 107">
              <a:extLst>
                <a:ext uri="{FF2B5EF4-FFF2-40B4-BE49-F238E27FC236}">
                  <a16:creationId xmlns:a16="http://schemas.microsoft.com/office/drawing/2014/main" xmlns="" id="{740418B9-6504-4A49-9CB6-2F360F7FE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825" y="752475"/>
              <a:ext cx="771525" cy="36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8">
              <a:extLst>
                <a:ext uri="{FF2B5EF4-FFF2-40B4-BE49-F238E27FC236}">
                  <a16:creationId xmlns:a16="http://schemas.microsoft.com/office/drawing/2014/main" xmlns="" id="{CB743A0F-828B-4301-9A0C-834C8801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825" y="900113"/>
              <a:ext cx="1287463" cy="88900"/>
            </a:xfrm>
            <a:custGeom>
              <a:avLst/>
              <a:gdLst>
                <a:gd name="T0" fmla="*/ 0 w 811"/>
                <a:gd name="T1" fmla="*/ 56 h 56"/>
                <a:gd name="T2" fmla="*/ 0 w 811"/>
                <a:gd name="T3" fmla="*/ 30 h 56"/>
                <a:gd name="T4" fmla="*/ 725 w 811"/>
                <a:gd name="T5" fmla="*/ 30 h 56"/>
                <a:gd name="T6" fmla="*/ 735 w 811"/>
                <a:gd name="T7" fmla="*/ 0 h 56"/>
                <a:gd name="T8" fmla="*/ 811 w 811"/>
                <a:gd name="T9" fmla="*/ 30 h 56"/>
                <a:gd name="T10" fmla="*/ 811 w 811"/>
                <a:gd name="T11" fmla="*/ 56 h 56"/>
                <a:gd name="T12" fmla="*/ 0 w 811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1" h="56">
                  <a:moveTo>
                    <a:pt x="0" y="56"/>
                  </a:moveTo>
                  <a:lnTo>
                    <a:pt x="0" y="30"/>
                  </a:lnTo>
                  <a:lnTo>
                    <a:pt x="725" y="30"/>
                  </a:lnTo>
                  <a:lnTo>
                    <a:pt x="735" y="0"/>
                  </a:lnTo>
                  <a:lnTo>
                    <a:pt x="811" y="30"/>
                  </a:lnTo>
                  <a:lnTo>
                    <a:pt x="811" y="56"/>
                  </a:lnTo>
                  <a:lnTo>
                    <a:pt x="0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Rectangle 109">
              <a:extLst>
                <a:ext uri="{FF2B5EF4-FFF2-40B4-BE49-F238E27FC236}">
                  <a16:creationId xmlns:a16="http://schemas.microsoft.com/office/drawing/2014/main" xmlns="" id="{1618E242-9C49-428F-A32A-616B88D8B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425" y="752475"/>
              <a:ext cx="34925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Rectangle 110">
              <a:extLst>
                <a:ext uri="{FF2B5EF4-FFF2-40B4-BE49-F238E27FC236}">
                  <a16:creationId xmlns:a16="http://schemas.microsoft.com/office/drawing/2014/main" xmlns="" id="{FF6000E8-694A-4928-952B-49DE66E67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700" y="820738"/>
              <a:ext cx="38100" cy="1333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11">
              <a:extLst>
                <a:ext uri="{FF2B5EF4-FFF2-40B4-BE49-F238E27FC236}">
                  <a16:creationId xmlns:a16="http://schemas.microsoft.com/office/drawing/2014/main" xmlns="" id="{610D562F-2DE8-4F64-A823-89325B8B4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768350"/>
              <a:ext cx="185738" cy="185737"/>
            </a:xfrm>
            <a:custGeom>
              <a:avLst/>
              <a:gdLst>
                <a:gd name="T0" fmla="*/ 0 w 117"/>
                <a:gd name="T1" fmla="*/ 105 h 117"/>
                <a:gd name="T2" fmla="*/ 107 w 117"/>
                <a:gd name="T3" fmla="*/ 0 h 117"/>
                <a:gd name="T4" fmla="*/ 117 w 117"/>
                <a:gd name="T5" fmla="*/ 11 h 117"/>
                <a:gd name="T6" fmla="*/ 12 w 117"/>
                <a:gd name="T7" fmla="*/ 117 h 117"/>
                <a:gd name="T8" fmla="*/ 0 w 117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17">
                  <a:moveTo>
                    <a:pt x="0" y="105"/>
                  </a:moveTo>
                  <a:lnTo>
                    <a:pt x="107" y="0"/>
                  </a:lnTo>
                  <a:lnTo>
                    <a:pt x="117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12">
              <a:extLst>
                <a:ext uri="{FF2B5EF4-FFF2-40B4-BE49-F238E27FC236}">
                  <a16:creationId xmlns:a16="http://schemas.microsoft.com/office/drawing/2014/main" xmlns="" id="{17F56CFB-9A92-469C-9D91-DB9BC07E4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300" y="814388"/>
              <a:ext cx="142875" cy="139700"/>
            </a:xfrm>
            <a:custGeom>
              <a:avLst/>
              <a:gdLst>
                <a:gd name="T0" fmla="*/ 0 w 90"/>
                <a:gd name="T1" fmla="*/ 78 h 88"/>
                <a:gd name="T2" fmla="*/ 78 w 90"/>
                <a:gd name="T3" fmla="*/ 0 h 88"/>
                <a:gd name="T4" fmla="*/ 90 w 90"/>
                <a:gd name="T5" fmla="*/ 10 h 88"/>
                <a:gd name="T6" fmla="*/ 12 w 90"/>
                <a:gd name="T7" fmla="*/ 88 h 88"/>
                <a:gd name="T8" fmla="*/ 0 w 90"/>
                <a:gd name="T9" fmla="*/ 7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88">
                  <a:moveTo>
                    <a:pt x="0" y="78"/>
                  </a:moveTo>
                  <a:lnTo>
                    <a:pt x="78" y="0"/>
                  </a:lnTo>
                  <a:lnTo>
                    <a:pt x="90" y="10"/>
                  </a:lnTo>
                  <a:lnTo>
                    <a:pt x="12" y="88"/>
                  </a:lnTo>
                  <a:lnTo>
                    <a:pt x="0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13">
              <a:extLst>
                <a:ext uri="{FF2B5EF4-FFF2-40B4-BE49-F238E27FC236}">
                  <a16:creationId xmlns:a16="http://schemas.microsoft.com/office/drawing/2014/main" xmlns="" id="{082643CD-2523-42B2-8502-F6B1FB7DD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768350"/>
              <a:ext cx="185738" cy="185737"/>
            </a:xfrm>
            <a:custGeom>
              <a:avLst/>
              <a:gdLst>
                <a:gd name="T0" fmla="*/ 12 w 117"/>
                <a:gd name="T1" fmla="*/ 0 h 117"/>
                <a:gd name="T2" fmla="*/ 117 w 117"/>
                <a:gd name="T3" fmla="*/ 105 h 117"/>
                <a:gd name="T4" fmla="*/ 107 w 117"/>
                <a:gd name="T5" fmla="*/ 117 h 117"/>
                <a:gd name="T6" fmla="*/ 0 w 117"/>
                <a:gd name="T7" fmla="*/ 11 h 117"/>
                <a:gd name="T8" fmla="*/ 12 w 117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17">
                  <a:moveTo>
                    <a:pt x="12" y="0"/>
                  </a:moveTo>
                  <a:lnTo>
                    <a:pt x="117" y="105"/>
                  </a:lnTo>
                  <a:lnTo>
                    <a:pt x="107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Rectangle 114">
              <a:extLst>
                <a:ext uri="{FF2B5EF4-FFF2-40B4-BE49-F238E27FC236}">
                  <a16:creationId xmlns:a16="http://schemas.microsoft.com/office/drawing/2014/main" xmlns="" id="{B1FED55C-27CF-4A88-BCF5-D8DE6FE34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038" y="752475"/>
              <a:ext cx="38100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15">
              <a:extLst>
                <a:ext uri="{FF2B5EF4-FFF2-40B4-BE49-F238E27FC236}">
                  <a16:creationId xmlns:a16="http://schemas.microsoft.com/office/drawing/2014/main" xmlns="" id="{D5FACEB9-08D3-40FE-BECB-0507FBE6C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768350"/>
              <a:ext cx="184150" cy="185737"/>
            </a:xfrm>
            <a:custGeom>
              <a:avLst/>
              <a:gdLst>
                <a:gd name="T0" fmla="*/ 0 w 116"/>
                <a:gd name="T1" fmla="*/ 105 h 117"/>
                <a:gd name="T2" fmla="*/ 104 w 116"/>
                <a:gd name="T3" fmla="*/ 0 h 117"/>
                <a:gd name="T4" fmla="*/ 116 w 116"/>
                <a:gd name="T5" fmla="*/ 11 h 117"/>
                <a:gd name="T6" fmla="*/ 10 w 116"/>
                <a:gd name="T7" fmla="*/ 117 h 117"/>
                <a:gd name="T8" fmla="*/ 0 w 116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0" y="105"/>
                  </a:moveTo>
                  <a:lnTo>
                    <a:pt x="104" y="0"/>
                  </a:lnTo>
                  <a:lnTo>
                    <a:pt x="116" y="11"/>
                  </a:lnTo>
                  <a:lnTo>
                    <a:pt x="10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16">
              <a:extLst>
                <a:ext uri="{FF2B5EF4-FFF2-40B4-BE49-F238E27FC236}">
                  <a16:creationId xmlns:a16="http://schemas.microsoft.com/office/drawing/2014/main" xmlns="" id="{8C2B8C2F-810D-4963-AB28-37918035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768350"/>
              <a:ext cx="184150" cy="185737"/>
            </a:xfrm>
            <a:custGeom>
              <a:avLst/>
              <a:gdLst>
                <a:gd name="T0" fmla="*/ 10 w 116"/>
                <a:gd name="T1" fmla="*/ 0 h 117"/>
                <a:gd name="T2" fmla="*/ 116 w 116"/>
                <a:gd name="T3" fmla="*/ 105 h 117"/>
                <a:gd name="T4" fmla="*/ 104 w 116"/>
                <a:gd name="T5" fmla="*/ 117 h 117"/>
                <a:gd name="T6" fmla="*/ 0 w 116"/>
                <a:gd name="T7" fmla="*/ 11 h 117"/>
                <a:gd name="T8" fmla="*/ 10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" y="0"/>
                  </a:moveTo>
                  <a:lnTo>
                    <a:pt x="116" y="105"/>
                  </a:lnTo>
                  <a:lnTo>
                    <a:pt x="104" y="117"/>
                  </a:lnTo>
                  <a:lnTo>
                    <a:pt x="0" y="11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Rectangle 117">
              <a:extLst>
                <a:ext uri="{FF2B5EF4-FFF2-40B4-BE49-F238E27FC236}">
                  <a16:creationId xmlns:a16="http://schemas.microsoft.com/office/drawing/2014/main" xmlns="" id="{5F5F0E86-6CE7-4E9D-8C26-2DE0C32DC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13" y="752475"/>
              <a:ext cx="38100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18">
              <a:extLst>
                <a:ext uri="{FF2B5EF4-FFF2-40B4-BE49-F238E27FC236}">
                  <a16:creationId xmlns:a16="http://schemas.microsoft.com/office/drawing/2014/main" xmlns="" id="{4C9360A6-A811-496A-B1D2-D97366C44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725" y="768350"/>
              <a:ext cx="188913" cy="185737"/>
            </a:xfrm>
            <a:custGeom>
              <a:avLst/>
              <a:gdLst>
                <a:gd name="T0" fmla="*/ 0 w 119"/>
                <a:gd name="T1" fmla="*/ 105 h 117"/>
                <a:gd name="T2" fmla="*/ 107 w 119"/>
                <a:gd name="T3" fmla="*/ 0 h 117"/>
                <a:gd name="T4" fmla="*/ 119 w 119"/>
                <a:gd name="T5" fmla="*/ 11 h 117"/>
                <a:gd name="T6" fmla="*/ 12 w 119"/>
                <a:gd name="T7" fmla="*/ 117 h 117"/>
                <a:gd name="T8" fmla="*/ 0 w 119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7">
                  <a:moveTo>
                    <a:pt x="0" y="105"/>
                  </a:moveTo>
                  <a:lnTo>
                    <a:pt x="107" y="0"/>
                  </a:lnTo>
                  <a:lnTo>
                    <a:pt x="119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19">
              <a:extLst>
                <a:ext uri="{FF2B5EF4-FFF2-40B4-BE49-F238E27FC236}">
                  <a16:creationId xmlns:a16="http://schemas.microsoft.com/office/drawing/2014/main" xmlns="" id="{58E21B91-117B-439A-A29F-5BA09F9A1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725" y="768350"/>
              <a:ext cx="188913" cy="185737"/>
            </a:xfrm>
            <a:custGeom>
              <a:avLst/>
              <a:gdLst>
                <a:gd name="T0" fmla="*/ 12 w 119"/>
                <a:gd name="T1" fmla="*/ 0 h 117"/>
                <a:gd name="T2" fmla="*/ 119 w 119"/>
                <a:gd name="T3" fmla="*/ 105 h 117"/>
                <a:gd name="T4" fmla="*/ 107 w 119"/>
                <a:gd name="T5" fmla="*/ 117 h 117"/>
                <a:gd name="T6" fmla="*/ 0 w 119"/>
                <a:gd name="T7" fmla="*/ 11 h 117"/>
                <a:gd name="T8" fmla="*/ 12 w 11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17">
                  <a:moveTo>
                    <a:pt x="12" y="0"/>
                  </a:moveTo>
                  <a:lnTo>
                    <a:pt x="119" y="105"/>
                  </a:lnTo>
                  <a:lnTo>
                    <a:pt x="107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Rectangle 120">
              <a:extLst>
                <a:ext uri="{FF2B5EF4-FFF2-40B4-BE49-F238E27FC236}">
                  <a16:creationId xmlns:a16="http://schemas.microsoft.com/office/drawing/2014/main" xmlns="" id="{CAE4B2B1-839D-46A4-8867-40047D2F8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200" y="752475"/>
              <a:ext cx="34925" cy="214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21">
              <a:extLst>
                <a:ext uri="{FF2B5EF4-FFF2-40B4-BE49-F238E27FC236}">
                  <a16:creationId xmlns:a16="http://schemas.microsoft.com/office/drawing/2014/main" xmlns="" id="{A6B6E817-489C-4D87-9D64-DEBDC50CC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100" y="768350"/>
              <a:ext cx="184150" cy="185737"/>
            </a:xfrm>
            <a:custGeom>
              <a:avLst/>
              <a:gdLst>
                <a:gd name="T0" fmla="*/ 0 w 116"/>
                <a:gd name="T1" fmla="*/ 105 h 117"/>
                <a:gd name="T2" fmla="*/ 106 w 116"/>
                <a:gd name="T3" fmla="*/ 0 h 117"/>
                <a:gd name="T4" fmla="*/ 116 w 116"/>
                <a:gd name="T5" fmla="*/ 11 h 117"/>
                <a:gd name="T6" fmla="*/ 12 w 116"/>
                <a:gd name="T7" fmla="*/ 117 h 117"/>
                <a:gd name="T8" fmla="*/ 0 w 116"/>
                <a:gd name="T9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0" y="105"/>
                  </a:moveTo>
                  <a:lnTo>
                    <a:pt x="106" y="0"/>
                  </a:lnTo>
                  <a:lnTo>
                    <a:pt x="116" y="11"/>
                  </a:lnTo>
                  <a:lnTo>
                    <a:pt x="12" y="117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22">
              <a:extLst>
                <a:ext uri="{FF2B5EF4-FFF2-40B4-BE49-F238E27FC236}">
                  <a16:creationId xmlns:a16="http://schemas.microsoft.com/office/drawing/2014/main" xmlns="" id="{C0DC8B36-D047-4C6E-9B62-68EF1ED93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100" y="768350"/>
              <a:ext cx="184150" cy="185737"/>
            </a:xfrm>
            <a:custGeom>
              <a:avLst/>
              <a:gdLst>
                <a:gd name="T0" fmla="*/ 12 w 116"/>
                <a:gd name="T1" fmla="*/ 0 h 117"/>
                <a:gd name="T2" fmla="*/ 116 w 116"/>
                <a:gd name="T3" fmla="*/ 105 h 117"/>
                <a:gd name="T4" fmla="*/ 106 w 116"/>
                <a:gd name="T5" fmla="*/ 117 h 117"/>
                <a:gd name="T6" fmla="*/ 0 w 116"/>
                <a:gd name="T7" fmla="*/ 11 h 117"/>
                <a:gd name="T8" fmla="*/ 12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2" y="0"/>
                  </a:moveTo>
                  <a:lnTo>
                    <a:pt x="116" y="105"/>
                  </a:lnTo>
                  <a:lnTo>
                    <a:pt x="106" y="1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Rectangle 123">
              <a:extLst>
                <a:ext uri="{FF2B5EF4-FFF2-40B4-BE49-F238E27FC236}">
                  <a16:creationId xmlns:a16="http://schemas.microsoft.com/office/drawing/2014/main" xmlns="" id="{C4CB6B29-E591-4385-B4C4-B9BD74546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5" y="2192338"/>
              <a:ext cx="736600" cy="242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Rectangle 124">
              <a:extLst>
                <a:ext uri="{FF2B5EF4-FFF2-40B4-BE49-F238E27FC236}">
                  <a16:creationId xmlns:a16="http://schemas.microsoft.com/office/drawing/2014/main" xmlns="" id="{5168B1A0-661D-4125-B36B-F703E31D7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695325"/>
              <a:ext cx="206375" cy="676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25">
              <a:extLst>
                <a:ext uri="{FF2B5EF4-FFF2-40B4-BE49-F238E27FC236}">
                  <a16:creationId xmlns:a16="http://schemas.microsoft.com/office/drawing/2014/main" xmlns="" id="{D5400CFC-0D34-48DD-9E23-D1FE1E26A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" y="4430713"/>
              <a:ext cx="1154113" cy="207962"/>
            </a:xfrm>
            <a:custGeom>
              <a:avLst/>
              <a:gdLst>
                <a:gd name="T0" fmla="*/ 362 w 362"/>
                <a:gd name="T1" fmla="*/ 31 h 65"/>
                <a:gd name="T2" fmla="*/ 362 w 362"/>
                <a:gd name="T3" fmla="*/ 65 h 65"/>
                <a:gd name="T4" fmla="*/ 0 w 362"/>
                <a:gd name="T5" fmla="*/ 65 h 65"/>
                <a:gd name="T6" fmla="*/ 0 w 362"/>
                <a:gd name="T7" fmla="*/ 31 h 65"/>
                <a:gd name="T8" fmla="*/ 30 w 362"/>
                <a:gd name="T9" fmla="*/ 0 h 65"/>
                <a:gd name="T10" fmla="*/ 332 w 362"/>
                <a:gd name="T11" fmla="*/ 0 h 65"/>
                <a:gd name="T12" fmla="*/ 362 w 362"/>
                <a:gd name="T13" fmla="*/ 3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65">
                  <a:moveTo>
                    <a:pt x="362" y="31"/>
                  </a:moveTo>
                  <a:cubicBezTo>
                    <a:pt x="362" y="65"/>
                    <a:pt x="362" y="65"/>
                    <a:pt x="362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32" y="0"/>
                    <a:pt x="332" y="0"/>
                    <a:pt x="332" y="0"/>
                  </a:cubicBezTo>
                  <a:cubicBezTo>
                    <a:pt x="349" y="0"/>
                    <a:pt x="362" y="14"/>
                    <a:pt x="36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nstruc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7900"/>
      </a:accent1>
      <a:accent2>
        <a:srgbClr val="E7E5E6"/>
      </a:accent2>
      <a:accent3>
        <a:srgbClr val="BBC0C3"/>
      </a:accent3>
      <a:accent4>
        <a:srgbClr val="A0A5AA"/>
      </a:accent4>
      <a:accent5>
        <a:srgbClr val="7D7D7D"/>
      </a:accent5>
      <a:accent6>
        <a:srgbClr val="5E5E5E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nstruc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7900"/>
      </a:accent1>
      <a:accent2>
        <a:srgbClr val="E7E5E6"/>
      </a:accent2>
      <a:accent3>
        <a:srgbClr val="BBC0C3"/>
      </a:accent3>
      <a:accent4>
        <a:srgbClr val="A0A5AA"/>
      </a:accent4>
      <a:accent5>
        <a:srgbClr val="7D7D7D"/>
      </a:accent5>
      <a:accent6>
        <a:srgbClr val="5E5E5E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nstruc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7900"/>
      </a:accent1>
      <a:accent2>
        <a:srgbClr val="E7E5E6"/>
      </a:accent2>
      <a:accent3>
        <a:srgbClr val="BBC0C3"/>
      </a:accent3>
      <a:accent4>
        <a:srgbClr val="A0A5AA"/>
      </a:accent4>
      <a:accent5>
        <a:srgbClr val="7D7D7D"/>
      </a:accent5>
      <a:accent6>
        <a:srgbClr val="5E5E5E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4519</TotalTime>
  <Words>685</Words>
  <Application>Microsoft Office PowerPoint</Application>
  <PresentationFormat>Custom</PresentationFormat>
  <Paragraphs>98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ICT</cp:lastModifiedBy>
  <cp:revision>142</cp:revision>
  <dcterms:created xsi:type="dcterms:W3CDTF">2018-04-24T17:14:44Z</dcterms:created>
  <dcterms:modified xsi:type="dcterms:W3CDTF">2025-11-06T08:17:08Z</dcterms:modified>
</cp:coreProperties>
</file>