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517" y="-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149B4-C76A-413E-B4B4-8AA358BFB687}" type="datetimeFigureOut">
              <a:rPr lang="en-US" smtClean="0"/>
              <a:t>2026-01-30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F15E2-29CB-4727-94A4-AACCDE28E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128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149B4-C76A-413E-B4B4-8AA358BFB687}" type="datetimeFigureOut">
              <a:rPr lang="en-US" smtClean="0"/>
              <a:t>2026-01-30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F15E2-29CB-4727-94A4-AACCDE28E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030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149B4-C76A-413E-B4B4-8AA358BFB687}" type="datetimeFigureOut">
              <a:rPr lang="en-US" smtClean="0"/>
              <a:t>2026-01-30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F15E2-29CB-4727-94A4-AACCDE28E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975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149B4-C76A-413E-B4B4-8AA358BFB687}" type="datetimeFigureOut">
              <a:rPr lang="en-US" smtClean="0"/>
              <a:t>2026-01-30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F15E2-29CB-4727-94A4-AACCDE28E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401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149B4-C76A-413E-B4B4-8AA358BFB687}" type="datetimeFigureOut">
              <a:rPr lang="en-US" smtClean="0"/>
              <a:t>2026-01-30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F15E2-29CB-4727-94A4-AACCDE28E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097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149B4-C76A-413E-B4B4-8AA358BFB687}" type="datetimeFigureOut">
              <a:rPr lang="en-US" smtClean="0"/>
              <a:t>2026-01-30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F15E2-29CB-4727-94A4-AACCDE28E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477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149B4-C76A-413E-B4B4-8AA358BFB687}" type="datetimeFigureOut">
              <a:rPr lang="en-US" smtClean="0"/>
              <a:t>2026-01-30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F15E2-29CB-4727-94A4-AACCDE28E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865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149B4-C76A-413E-B4B4-8AA358BFB687}" type="datetimeFigureOut">
              <a:rPr lang="en-US" smtClean="0"/>
              <a:t>2026-01-30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F15E2-29CB-4727-94A4-AACCDE28E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963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149B4-C76A-413E-B4B4-8AA358BFB687}" type="datetimeFigureOut">
              <a:rPr lang="en-US" smtClean="0"/>
              <a:t>2026-01-30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F15E2-29CB-4727-94A4-AACCDE28E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847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149B4-C76A-413E-B4B4-8AA358BFB687}" type="datetimeFigureOut">
              <a:rPr lang="en-US" smtClean="0"/>
              <a:t>2026-01-30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F15E2-29CB-4727-94A4-AACCDE28E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418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149B4-C76A-413E-B4B4-8AA358BFB687}" type="datetimeFigureOut">
              <a:rPr lang="en-US" smtClean="0"/>
              <a:t>2026-01-30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F15E2-29CB-4727-94A4-AACCDE28E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349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7149B4-C76A-413E-B4B4-8AA358BFB687}" type="datetimeFigureOut">
              <a:rPr lang="en-US" smtClean="0"/>
              <a:t>2026-01-30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6F15E2-29CB-4727-94A4-AACCDE28E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976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9" name="Picture 12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6" y="0"/>
            <a:ext cx="9141594" cy="3276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70" name="Picture 12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505200"/>
            <a:ext cx="9144000" cy="323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26" name="Straight Connector 125"/>
          <p:cNvCxnSpPr/>
          <p:nvPr/>
        </p:nvCxnSpPr>
        <p:spPr>
          <a:xfrm>
            <a:off x="2406" y="3421781"/>
            <a:ext cx="9144000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4108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ICT</dc:creator>
  <cp:lastModifiedBy>ICT</cp:lastModifiedBy>
  <cp:revision>2</cp:revision>
  <dcterms:created xsi:type="dcterms:W3CDTF">2026-01-30T07:50:37Z</dcterms:created>
  <dcterms:modified xsi:type="dcterms:W3CDTF">2026-01-30T08:07:53Z</dcterms:modified>
</cp:coreProperties>
</file>